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a675a5c3f04d4b" /><Relationship Type="http://schemas.openxmlformats.org/officeDocument/2006/relationships/extended-properties" Target="/docProps/app.xml" Id="R8fb5aa0e2b0f46f9" /><Relationship Type="http://schemas.openxmlformats.org/officeDocument/2006/relationships/officeDocument" Target="/ppt/presentation.xml" Id="R94e6c0e4814643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fbaf6fc3a4f60"/>
  </p:sldMasterIdLst>
  <p:notesMasterIdLst>
    <p:notesMasterId xmlns:r="http://schemas.openxmlformats.org/officeDocument/2006/relationships" r:id="R8106c0325d5d4175"/>
  </p:notesMasterIdLst>
  <p:sldIdLst>
    <p:sldId xmlns:r="http://schemas.openxmlformats.org/officeDocument/2006/relationships" id="256" r:id="Rae8154fbbd124023"/>
    <p:sldId xmlns:r="http://schemas.openxmlformats.org/officeDocument/2006/relationships" id="257" r:id="R34e577df2dbd4942"/>
    <p:sldId xmlns:r="http://schemas.openxmlformats.org/officeDocument/2006/relationships" id="258" r:id="Rfcaf7a48d0b64556"/>
    <p:sldId xmlns:r="http://schemas.openxmlformats.org/officeDocument/2006/relationships" id="259" r:id="R25d895a964d842cc"/>
    <p:sldId xmlns:r="http://schemas.openxmlformats.org/officeDocument/2006/relationships" id="260" r:id="R586ecbb353004c44"/>
    <p:sldId xmlns:r="http://schemas.openxmlformats.org/officeDocument/2006/relationships" id="261" r:id="R4f6aa3f8c15649f5"/>
    <p:sldId xmlns:r="http://schemas.openxmlformats.org/officeDocument/2006/relationships" id="262" r:id="R1629eeb7980e4e03"/>
    <p:sldId xmlns:r="http://schemas.openxmlformats.org/officeDocument/2006/relationships" id="263" r:id="R41c1cb6474fa41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c8b60afbdc47ad" /><Relationship Type="http://schemas.openxmlformats.org/officeDocument/2006/relationships/slideMaster" Target="/ppt/slideMasters/slideMaster1.xml" Id="Rd7cfbaf6fc3a4f60" /><Relationship Type="http://schemas.openxmlformats.org/officeDocument/2006/relationships/notesMaster" Target="/ppt/notesMasters/notesMaster1.xml" Id="R8106c0325d5d4175" /><Relationship Type="http://schemas.openxmlformats.org/officeDocument/2006/relationships/presProps" Target="/ppt/presProps.xml" Id="Rc5b3c8a44a0d4014" /><Relationship Type="http://schemas.openxmlformats.org/officeDocument/2006/relationships/tableStyles" Target="/ppt/tableStyles.xml" Id="R1834494b8f074ed2" /><Relationship Type="http://schemas.openxmlformats.org/officeDocument/2006/relationships/slide" Target="/ppt/slides/slide1.xml" Id="Rae8154fbbd124023" /><Relationship Type="http://schemas.openxmlformats.org/officeDocument/2006/relationships/slide" Target="/ppt/slides/slide2.xml" Id="R34e577df2dbd4942" /><Relationship Type="http://schemas.openxmlformats.org/officeDocument/2006/relationships/slide" Target="/ppt/slides/slide3.xml" Id="Rfcaf7a48d0b64556" /><Relationship Type="http://schemas.openxmlformats.org/officeDocument/2006/relationships/slide" Target="/ppt/slides/slide4.xml" Id="R25d895a964d842cc" /><Relationship Type="http://schemas.openxmlformats.org/officeDocument/2006/relationships/slide" Target="/ppt/slides/slide5.xml" Id="R586ecbb353004c44" /><Relationship Type="http://schemas.openxmlformats.org/officeDocument/2006/relationships/slide" Target="/ppt/slides/slide6.xml" Id="R4f6aa3f8c15649f5" /><Relationship Type="http://schemas.openxmlformats.org/officeDocument/2006/relationships/slide" Target="/ppt/slides/slide7.xml" Id="R1629eeb7980e4e03" /><Relationship Type="http://schemas.openxmlformats.org/officeDocument/2006/relationships/slide" Target="/ppt/slides/slide8.xml" Id="R41c1cb6474fa41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4cd187c8294c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1731795ce94cbe" /><Relationship Type="http://schemas.openxmlformats.org/officeDocument/2006/relationships/notesMaster" Target="/ppt/notesMasters/notesMaster1.xml" Id="R96fb275c4b72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38fe4fc18849df" /><Relationship Type="http://schemas.openxmlformats.org/officeDocument/2006/relationships/notesMaster" Target="/ppt/notesMasters/notesMaster1.xml" Id="Rfdc95dabbd074c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d8a57f8142464e" /><Relationship Type="http://schemas.openxmlformats.org/officeDocument/2006/relationships/notesMaster" Target="/ppt/notesMasters/notesMaster1.xml" Id="Radbff80b67cf47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afe2ac140c4058" /><Relationship Type="http://schemas.openxmlformats.org/officeDocument/2006/relationships/notesMaster" Target="/ppt/notesMasters/notesMaster1.xml" Id="Re4dc177bb4c945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51ec0d963d413e" /><Relationship Type="http://schemas.openxmlformats.org/officeDocument/2006/relationships/notesMaster" Target="/ppt/notesMasters/notesMaster1.xml" Id="R07059791ea6c49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9128bec2e14729" /><Relationship Type="http://schemas.openxmlformats.org/officeDocument/2006/relationships/notesMaster" Target="/ppt/notesMasters/notesMaster1.xml" Id="R99c25678b48c43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70020bc0a3483d" /><Relationship Type="http://schemas.openxmlformats.org/officeDocument/2006/relationships/notesMaster" Target="/ppt/notesMasters/notesMaster1.xml" Id="R474095521be646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570cc4de674267" /><Relationship Type="http://schemas.openxmlformats.org/officeDocument/2006/relationships/notesMaster" Target="/ppt/notesMasters/notesMaster1.xml" Id="R4f89b6c1721f49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186-5 数字签名标准</a:t>
            </a:r>
          </a:p>
          <a:p xmlns:a="http://schemas.openxmlformats.org/drawingml/2006/main">
            <a:r>
              <a:t>https://csrc.nist.gov/pubs/fips/186-5/final</a:t>
            </a:r>
          </a:p>
          <a:p xmlns:a="http://schemas.openxmlformats.org/drawingml/2006/main">
            <a:r>
              <a:t>2. 正式题库 3.2 课时内容</a:t>
            </a:r>
          </a:p>
          <a:p xmlns:a="http://schemas.openxmlformats.org/drawingml/2006/main">
            <a:r>
              <a:t>backend/app/resources/content/question-bank-v1.json#lesson_theory_3_2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186-5 数字签名标准</a:t>
            </a:r>
          </a:p>
          <a:p xmlns:a="http://schemas.openxmlformats.org/drawingml/2006/main">
            <a:r>
              <a:t>https://csrc.nist.gov/pubs/fips/186-5/final</a:t>
            </a:r>
          </a:p>
          <a:p xmlns:a="http://schemas.openxmlformats.org/drawingml/2006/main">
            <a:r>
              <a:t>2. 正式题库 3.2 课时内容</a:t>
            </a:r>
          </a:p>
          <a:p xmlns:a="http://schemas.openxmlformats.org/drawingml/2006/main">
            <a:r>
              <a:t>backend/app/resources/content/question-bank-v1.json#lesson_theory_3_2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核心概念：公钥与私钥。结合要点解释定义、适用边界和验证方式。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186-5 数字签名标准</a:t>
            </a:r>
          </a:p>
          <a:p xmlns:a="http://schemas.openxmlformats.org/drawingml/2006/main">
            <a:r>
              <a:t>https://csrc.nist.gov/pubs/fips/186-5/final</a:t>
            </a:r>
          </a:p>
          <a:p xmlns:a="http://schemas.openxmlformats.org/drawingml/2006/main">
            <a:r>
              <a:t>2. 正式题库 3.2 课时内容</a:t>
            </a:r>
          </a:p>
          <a:p xmlns:a="http://schemas.openxmlformats.org/drawingml/2006/main">
            <a:r>
              <a:t>backend/app/resources/content/question-bank-v1.json#lesson_theory_3_2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核心概念：密钥长度。结合要点解释定义、适用边界和验证方式。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186-5 数字签名标准</a:t>
            </a:r>
          </a:p>
          <a:p xmlns:a="http://schemas.openxmlformats.org/drawingml/2006/main">
            <a:r>
              <a:t>https://csrc.nist.gov/pubs/fips/186-5/final</a:t>
            </a:r>
          </a:p>
          <a:p xmlns:a="http://schemas.openxmlformats.org/drawingml/2006/main">
            <a:r>
              <a:t>2. 正式题库 3.2 课时内容</a:t>
            </a:r>
          </a:p>
          <a:p xmlns:a="http://schemas.openxmlformats.org/drawingml/2006/main">
            <a:r>
              <a:t>backend/app/resources/content/question-bank-v1.json#lesson_theory_3_2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核心概念：标准填充。结合要点解释定义、适用边界和验证方式。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186-5 数字签名标准</a:t>
            </a:r>
          </a:p>
          <a:p xmlns:a="http://schemas.openxmlformats.org/drawingml/2006/main">
            <a:r>
              <a:t>https://csrc.nist.gov/pubs/fips/186-5/final</a:t>
            </a:r>
          </a:p>
          <a:p xmlns:a="http://schemas.openxmlformats.org/drawingml/2006/main">
            <a:r>
              <a:t>2. 正式题库 3.2 课时内容</a:t>
            </a:r>
          </a:p>
          <a:p xmlns:a="http://schemas.openxmlformats.org/drawingml/2006/main">
            <a:r>
              <a:t>backend/app/resources/content/question-bank-v1.json#lesson_theory_3_2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核心概念：数字签名与验签。结合要点解释定义、适用边界和验证方式。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186-5 数字签名标准</a:t>
            </a:r>
          </a:p>
          <a:p xmlns:a="http://schemas.openxmlformats.org/drawingml/2006/main">
            <a:r>
              <a:t>https://csrc.nist.gov/pubs/fips/186-5/final</a:t>
            </a:r>
          </a:p>
          <a:p xmlns:a="http://schemas.openxmlformats.org/drawingml/2006/main">
            <a:r>
              <a:t>2. 正式题库 3.2 课时内容</a:t>
            </a:r>
          </a:p>
          <a:p xmlns:a="http://schemas.openxmlformats.org/drawingml/2006/main">
            <a:r>
              <a:t>backend/app/resources/content/question-bank-v1.json#lesson_theory_3_2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186-5 数字签名标准</a:t>
            </a:r>
          </a:p>
          <a:p xmlns:a="http://schemas.openxmlformats.org/drawingml/2006/main">
            <a:r>
              <a:t>https://csrc.nist.gov/pubs/fips/186-5/final</a:t>
            </a:r>
          </a:p>
          <a:p xmlns:a="http://schemas.openxmlformats.org/drawingml/2006/main">
            <a:r>
              <a:t>2. 正式题库 3.2 课时内容</a:t>
            </a:r>
          </a:p>
          <a:p xmlns:a="http://schemas.openxmlformats.org/drawingml/2006/main">
            <a:r>
              <a:t>backend/app/resources/content/question-bank-v1.json#lesson_theory_3_2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186-5 数字签名标准</a:t>
            </a:r>
          </a:p>
          <a:p xmlns:a="http://schemas.openxmlformats.org/drawingml/2006/main">
            <a:r>
              <a:t>https://csrc.nist.gov/pubs/fips/186-5/final</a:t>
            </a:r>
          </a:p>
          <a:p xmlns:a="http://schemas.openxmlformats.org/drawingml/2006/main">
            <a:r>
              <a:t>2. 正式题库 3.2 课时内容</a:t>
            </a:r>
          </a:p>
          <a:p xmlns:a="http://schemas.openxmlformats.org/drawingml/2006/main">
            <a:r>
              <a:t>backend/app/resources/content/question-bank-v1.json#lesson_theory_3_2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c371245bd4a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d8a36d42d0467f" /><Relationship Type="http://schemas.openxmlformats.org/officeDocument/2006/relationships/slideLayout" Target="/ppt/slideLayouts/slideLayout1.xml" Id="R738419e44c7a44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8419e44c7a44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73e04e01c4c72" /><Relationship Type="http://schemas.openxmlformats.org/officeDocument/2006/relationships/image" Target="/ppt/media/image.png" Id="Rf72ab70c03b047ae" /><Relationship Type="http://schemas.openxmlformats.org/officeDocument/2006/relationships/notesSlide" Target="/ppt/notesSlides/notesSlide1.xml" Id="R4a573d87624a45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1dae057054116" /><Relationship Type="http://schemas.openxmlformats.org/officeDocument/2006/relationships/notesSlide" Target="/ppt/notesSlides/notesSlide2.xml" Id="R9b8b2c7b197241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7cae8cb5c4680" /><Relationship Type="http://schemas.openxmlformats.org/officeDocument/2006/relationships/notesSlide" Target="/ppt/notesSlides/notesSlide3.xml" Id="Raefd47daa74241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5edfa6eae437d" /><Relationship Type="http://schemas.openxmlformats.org/officeDocument/2006/relationships/notesSlide" Target="/ppt/notesSlides/notesSlide4.xml" Id="Rfb29144fe6e449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cdfbc082843fa" /><Relationship Type="http://schemas.openxmlformats.org/officeDocument/2006/relationships/notesSlide" Target="/ppt/notesSlides/notesSlide5.xml" Id="Rd148124b76df4e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62e332a0c44e8" /><Relationship Type="http://schemas.openxmlformats.org/officeDocument/2006/relationships/notesSlide" Target="/ppt/notesSlides/notesSlide6.xml" Id="Rc0059434581a42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a623894334d53" /><Relationship Type="http://schemas.openxmlformats.org/officeDocument/2006/relationships/notesSlide" Target="/ppt/notesSlides/notesSlide7.xml" Id="Rdd6d9e32d33b41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26c01e4c9486f" /><Relationship Type="http://schemas.openxmlformats.org/officeDocument/2006/relationships/notesSlide" Target="/ppt/notesSlides/notesSlide8.xml" Id="R24c293ddc56c42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ab70c03b047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8C35D-4C0C-4363-92E1-CF3F5166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3 章  ·  3.2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96C19-79CE-49AD-BFFF-D7127642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非对称加密算法：RSA（非对称加密算法） 密钥生成、加解密与数字签名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BE35A-D032-4B21-A909-B200AF8A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EC14F-91B7-444D-8E54-4C34790F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584003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E73D4-D1D9-4719-A432-941BB76A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62813-7DE1-4480-B244-2EF57E52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3.2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782D0-9B67-40FE-928C-484B6B45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5548B-C1EF-4456-98F3-DE8786C7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能够解释 RSA（非对称加密算法）公私钥生成、加密和解密的基本关系。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能够区分机密性用途与数字签名用途，并说明标准填充和私钥保护的重要性。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4624B-F493-4B05-BB55-6DA7CBF8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C9A98-7BEE-49DC-A6ED-4A718D8C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公钥与私钥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密钥长度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标准填充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数字签名与验签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87163-50BA-4AD4-ABF0-573EFA45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3.2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16DD3-AC48-46EC-9818-99CEC7B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94336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2EAF9-96BB-4B1F-86E3-8A7D8BD8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234FC-B954-4190-9D9E-21E130D6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公钥与私钥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38B70-9FB1-4E11-AF25-F9E46556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非对称密码使用数学关联的公钥和私钥，公钥可分发，私钥必须由持有者独占保护。公钥的可信归属仍需证书或其他校验机制，否则可能遭中间人替换。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95C36-6694-4785-991C-732FC6AD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私钥不应通过普通消息或源码分发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公钥公开不代表其身份一定可信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密钥用途要区分加密、签名或密钥协商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私钥访问应具备最小权限和审计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B6C84-0E7B-41E8-9C0B-38213DF4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59C85-7F63-4990-9787-790CE43D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72439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836D1-4F06-4BF4-ABB3-3119811B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FD54D-E00F-46C5-8DB7-580A649D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密钥长度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4EBC8-F742-4F07-9205-BEB13B9F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RSA（非对称加密算法）密钥长度影响抵抗因数分解攻击的能力，也显著影响计算开销。选择长度需遵循现行安全强度建议，并为证书和数据保留期考虑未来风险。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EC132-ADD6-47E1-BD06-581F3A68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不能把密钥位数直接等同于对称算法强度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过短密钥会降低攻击成本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变长后签名和解密性能会下降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长期保护数据需规划算法和密钥迁移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02DF5-9456-4BD0-A9B4-1F9052F5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C1D29-019B-4D39-AEAD-763BEEAB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09040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A1642-3D57-4961-953A-27A8A13D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A5E25-073B-4AC8-A393-CD1D7C07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标准填充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28377-21E5-4CB0-935A-577A3807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RSA（非对称加密算法）不能安全地直接使用裸数学运算，标准填充会加入随机性和结构校验。加密与签名使用不同填充方案，任意自定义或参数不一致都可能造成严重漏洞。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DB518-BC09-4F43-A675-FCC8EC62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加密采用经过验证的加密填充方案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签名采用对应的签名编码方案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禁止自行拼接随机字节作为填充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库调用失败时不得降级为裸 RSA（非对称加密算法）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91D58-A154-4B16-B9E9-B40C58A9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125B8-3A33-4748-B131-4822D599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216442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841F3-9071-448C-87D7-A943A9C4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AC83B-613E-43D0-95FC-D9677A04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数字签名与验签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8CAF1-AF73-4632-82E0-D834571C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数字签名通常先计算消息摘要，再用签名者私钥产生可验证结果，验证者用对应公钥确认来源与完整性。签名不会自动加密消息，也不能证明签名时的业务授权必然有效。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AC2D3-4482-4A2C-B6F5-B1E8BB1A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私钥生成签名、公钥验证签名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消息任一变化都应导致验签失败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验证前先确认公钥与身份绑定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保留签名算法、证书和时间信息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A306F-960A-4F4D-91E4-FE00AD59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930FA-A842-4139-8DB0-2C2C429E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12106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16E62-EE9D-4D53-91B2-DAD1846F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E1E92-1007-48AA-8095-BCB769B8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FD12A-84D7-4979-B14F-EB964000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系统用接收者公钥封装随机会话密钥，再用对称算法加密大文件；发送者另用私钥签名摘要，实现效率、机密性和来源验证的组合。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37EC0-64EA-4499-B37E-50204C83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1BDDD-675B-4EC4-9B9F-A5224511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A0E22-851B-44A3-8D64-09462401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3.2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A5021-1DBE-4003-93DA-60E06224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604012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E1958-168C-4FC3-BE9F-EC37237F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A42FF-D379-4828-907D-703DDA28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RSA（非对称加密算法）签名和加密分别使用谁的密钥？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AC7F2-4D9F-4FCD-9A69-6DD2AA4C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1FC98-ABB3-4352-9230-532EDB5F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签名者用自己的私钥签名、验证者用其公钥验签；保密传输通常用接收者公钥加密、接收者私钥解密。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7DA06-04F8-4D1E-8656-857AA65E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3.2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19071-790D-4ECB-9C82-2AD6AC3D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37849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2026-09-21T18:10:22.5900000Z</dcterms:created>
  <dcterms:modified xsi:type="dcterms:W3CDTF">2026-09-21T18:10:22.5900000Z</dcterms:modified>
</coreProperties>
</file>