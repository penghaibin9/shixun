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45771a9c64c53" /><Relationship Type="http://schemas.openxmlformats.org/officeDocument/2006/relationships/extended-properties" Target="/docProps/app.xml" Id="R4d0dca11aa074566" /><Relationship Type="http://schemas.openxmlformats.org/officeDocument/2006/relationships/officeDocument" Target="/ppt/presentation.xml" Id="R511836082a93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51e8d65c24846"/>
  </p:sldMasterIdLst>
  <p:notesMasterIdLst>
    <p:notesMasterId xmlns:r="http://schemas.openxmlformats.org/officeDocument/2006/relationships" r:id="Rfe32e6ed63ab4c2a"/>
  </p:notesMasterIdLst>
  <p:sldIdLst>
    <p:sldId xmlns:r="http://schemas.openxmlformats.org/officeDocument/2006/relationships" id="256" r:id="R730c04ad34034660"/>
    <p:sldId xmlns:r="http://schemas.openxmlformats.org/officeDocument/2006/relationships" id="257" r:id="Rffd6f0c565654ab2"/>
    <p:sldId xmlns:r="http://schemas.openxmlformats.org/officeDocument/2006/relationships" id="258" r:id="Ra9466a85108f44df"/>
    <p:sldId xmlns:r="http://schemas.openxmlformats.org/officeDocument/2006/relationships" id="259" r:id="R9cc876177b0a4c2a"/>
    <p:sldId xmlns:r="http://schemas.openxmlformats.org/officeDocument/2006/relationships" id="260" r:id="R522dc2ba857844b1"/>
    <p:sldId xmlns:r="http://schemas.openxmlformats.org/officeDocument/2006/relationships" id="261" r:id="R1a0ecb8798b64df5"/>
    <p:sldId xmlns:r="http://schemas.openxmlformats.org/officeDocument/2006/relationships" id="262" r:id="R8c6158d1a1064be0"/>
    <p:sldId xmlns:r="http://schemas.openxmlformats.org/officeDocument/2006/relationships" id="263" r:id="Ra73cdce698254f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34bddb67b43c7" /><Relationship Type="http://schemas.openxmlformats.org/officeDocument/2006/relationships/slideMaster" Target="/ppt/slideMasters/slideMaster1.xml" Id="R79751e8d65c24846" /><Relationship Type="http://schemas.openxmlformats.org/officeDocument/2006/relationships/notesMaster" Target="/ppt/notesMasters/notesMaster1.xml" Id="Rfe32e6ed63ab4c2a" /><Relationship Type="http://schemas.openxmlformats.org/officeDocument/2006/relationships/presProps" Target="/ppt/presProps.xml" Id="R974deb7d7e1f4acc" /><Relationship Type="http://schemas.openxmlformats.org/officeDocument/2006/relationships/tableStyles" Target="/ppt/tableStyles.xml" Id="R8835d19e73ec4788" /><Relationship Type="http://schemas.openxmlformats.org/officeDocument/2006/relationships/slide" Target="/ppt/slides/slide1.xml" Id="R730c04ad34034660" /><Relationship Type="http://schemas.openxmlformats.org/officeDocument/2006/relationships/slide" Target="/ppt/slides/slide2.xml" Id="Rffd6f0c565654ab2" /><Relationship Type="http://schemas.openxmlformats.org/officeDocument/2006/relationships/slide" Target="/ppt/slides/slide3.xml" Id="Ra9466a85108f44df" /><Relationship Type="http://schemas.openxmlformats.org/officeDocument/2006/relationships/slide" Target="/ppt/slides/slide4.xml" Id="R9cc876177b0a4c2a" /><Relationship Type="http://schemas.openxmlformats.org/officeDocument/2006/relationships/slide" Target="/ppt/slides/slide5.xml" Id="R522dc2ba857844b1" /><Relationship Type="http://schemas.openxmlformats.org/officeDocument/2006/relationships/slide" Target="/ppt/slides/slide6.xml" Id="R1a0ecb8798b64df5" /><Relationship Type="http://schemas.openxmlformats.org/officeDocument/2006/relationships/slide" Target="/ppt/slides/slide7.xml" Id="R8c6158d1a1064be0" /><Relationship Type="http://schemas.openxmlformats.org/officeDocument/2006/relationships/slide" Target="/ppt/slides/slide8.xml" Id="Ra73cdce69825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a119207337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30aa7e01e1442b" /><Relationship Type="http://schemas.openxmlformats.org/officeDocument/2006/relationships/notesMaster" Target="/ppt/notesMasters/notesMaster1.xml" Id="Rb302bb1de2714a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61ee82eb1841d7" /><Relationship Type="http://schemas.openxmlformats.org/officeDocument/2006/relationships/notesMaster" Target="/ppt/notesMasters/notesMaster1.xml" Id="R01d6b7dbe97240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f3b048d954a46" /><Relationship Type="http://schemas.openxmlformats.org/officeDocument/2006/relationships/notesMaster" Target="/ppt/notesMasters/notesMaster1.xml" Id="R4dbe674ad8964e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1e211fba943c2" /><Relationship Type="http://schemas.openxmlformats.org/officeDocument/2006/relationships/notesMaster" Target="/ppt/notesMasters/notesMaster1.xml" Id="R48ee5c5828d5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c26ff31887497b" /><Relationship Type="http://schemas.openxmlformats.org/officeDocument/2006/relationships/notesMaster" Target="/ppt/notesMasters/notesMaster1.xml" Id="Rcccd313e641846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98860ae9b646cd" /><Relationship Type="http://schemas.openxmlformats.org/officeDocument/2006/relationships/notesMaster" Target="/ppt/notesMasters/notesMaster1.xml" Id="R330a746e50c74f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6e712959fa40f6" /><Relationship Type="http://schemas.openxmlformats.org/officeDocument/2006/relationships/notesMaster" Target="/ppt/notesMasters/notesMaster1.xml" Id="R4ceef11c320546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9cee19f1a49a1" /><Relationship Type="http://schemas.openxmlformats.org/officeDocument/2006/relationships/notesMaster" Target="/ppt/notesMasters/notesMaster1.xml" Id="R686e8375a9054e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核心概念：机密性。结合要点解释定义、适用边界和验证方式。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核心概念：完整性。结合要点解释定义、适用边界和验证方式。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核心概念：可用性。结合要点解释定义、适用边界和验证方式。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核心概念：风险、威胁与脆弱性。结合要点解释定义、适用边界和验证方式。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NIST（美国国家标准与技术研究院）网络安全框架</a:t>
            </a:r>
          </a:p>
          <a:p xmlns:a="http://schemas.openxmlformats.org/drawingml/2006/main">
            <a:r>
              <a:t>https://www.nist.gov/cyberframework</a:t>
            </a:r>
          </a:p>
          <a:p xmlns:a="http://schemas.openxmlformats.org/drawingml/2006/main">
            <a:r>
              <a:t>2. 正式题库 1.3 课时内容</a:t>
            </a:r>
          </a:p>
          <a:p xmlns:a="http://schemas.openxmlformats.org/drawingml/2006/main">
            <a:r>
              <a:t>backend/app/resources/content/question-bank-v1.json#lesson_theory_1_3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a902cb8a343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985eddea64bc8" /><Relationship Type="http://schemas.openxmlformats.org/officeDocument/2006/relationships/slideLayout" Target="/ppt/slideLayouts/slideLayout1.xml" Id="Rbfe879978f81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879978f81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6bb4776b7467d" /><Relationship Type="http://schemas.openxmlformats.org/officeDocument/2006/relationships/image" Target="/ppt/media/image.png" Id="Ra5fb62b5473840af" /><Relationship Type="http://schemas.openxmlformats.org/officeDocument/2006/relationships/notesSlide" Target="/ppt/notesSlides/notesSlide1.xml" Id="R1d3316a6a3cd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7a45793f74b8e" /><Relationship Type="http://schemas.openxmlformats.org/officeDocument/2006/relationships/notesSlide" Target="/ppt/notesSlides/notesSlide2.xml" Id="R7e1d6f8cc428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4e20561bd4243" /><Relationship Type="http://schemas.openxmlformats.org/officeDocument/2006/relationships/notesSlide" Target="/ppt/notesSlides/notesSlide3.xml" Id="Rb79865e427fe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c8227ad004a17" /><Relationship Type="http://schemas.openxmlformats.org/officeDocument/2006/relationships/notesSlide" Target="/ppt/notesSlides/notesSlide4.xml" Id="Rf515ad788104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9955efe84a4e" /><Relationship Type="http://schemas.openxmlformats.org/officeDocument/2006/relationships/notesSlide" Target="/ppt/notesSlides/notesSlide5.xml" Id="Rd2212284264f49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a8e804e584ccf" /><Relationship Type="http://schemas.openxmlformats.org/officeDocument/2006/relationships/notesSlide" Target="/ppt/notesSlides/notesSlide6.xml" Id="R7243c3e7596b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c727399304e26" /><Relationship Type="http://schemas.openxmlformats.org/officeDocument/2006/relationships/notesSlide" Target="/ppt/notesSlides/notesSlide7.xml" Id="Rbb56db42326e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3899735cc4e67" /><Relationship Type="http://schemas.openxmlformats.org/officeDocument/2006/relationships/notesSlide" Target="/ppt/notesSlides/notesSlide8.xml" Id="Rab01b81047b243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62b5473840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DB5C-E3A5-482A-A875-8E1AEB01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1 章  ·  1.3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05B1A-3F4D-4235-8924-AC52000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数据安全概念与三要素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52068-7940-410E-B376-FCCE7EC6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B8327-28C6-469E-8AC1-B97B0AE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912863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4CCE-57AF-4274-ABC5-56B6998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BF558-99A6-4BF0-A954-46F39FA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4C33B-9810-4EDD-87DE-4429C46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E11AC-358E-4A06-BE2F-5D65E195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能够用机密性、完整性和可用性分析数据安全事件。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能够把安全目标转换为访问控制、校验、备份和恢复等基础措施。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6BCD1-D97E-4133-8899-93AA67A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48F25-4A7A-42D3-BD1C-1F672625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机密性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完整性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可用性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风险、威胁与脆弱性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5F4A4-C244-4E12-8860-7D9212EB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8FB93-D9EC-4438-B6B8-7D463DDA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690995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89D06-D3B5-42A9-862E-CF8F61F7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35F6E-EB15-4609-A489-A0F0169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机密性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C11F5-E0C0-4F9F-BB92-5EAE6F2D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机密性要求信息只向获得授权的主体和流程披露。它关注谁能看见数据以及在何种条件下看见，并不等同于简单地把文件加密。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F5D00-6EB8-4249-AC40-EB0C60A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以身份认证和最小权限限制读取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在存储和传输环节选择适当加密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导出、打印和日志也属于泄露通道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解密后的数据仍需访问控制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14963-ED67-4A39-B1EC-2C0F866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B47D-B30B-43E1-9846-B22D09C9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43661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C2D14-1CAF-4262-BA13-22927E5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C1FB-80B0-4ECB-B991-670A1A4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5FBA-4941-4905-A9D2-2DF5B22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完整性要求数据在产生、传输、处理和保存过程中保持准确、完整且可验证。既要防恶意篡改，也要处理误操作、软件缺陷和传输错误。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EC6BF-26E0-4B3A-8CB0-491B73C0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用哈希或签名发现内容变化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关键修改实行授权和双人复核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保留版本、变更人和变更时间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校验发现异常后要有恢复来源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4F14F-2DC0-4629-8F4F-6CC49DC9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CBAF2-69B6-4AA1-9E13-FC6F513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83322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F3231-1624-43C7-8277-40E9DD7D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94FB0-E115-49CA-80B7-810789B7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5035F-7875-4B90-99B5-38B75178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可用性要求授权用户在业务需要的时限内获得正确服务和数据。容量不足、单点故障、勒索软件和错误配置都可能造成可用性损失。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98F8F-5A5E-4D31-BC13-F5A2ECFF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按业务目标设定恢复时间和容量指标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消除关键链路的单点故障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通过备份与演练验证恢复能力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监测性能下降而不只监测完全中断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AAA96-DCAB-498C-B212-B6470EC4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62E9D-D4E7-4CF8-A9B9-038EAC4C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64838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B2E34-F8E4-427D-B6FF-9A9E2C2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E38C-9720-44CE-95A6-235AED8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风险、威胁与脆弱性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07A23-AE00-4A87-810E-FB1EED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威胁是可能造成损害的主体或事件，脆弱性是可被利用的弱点，风险体现二者作用于资产后的可能性和影响。只有资产价值、威胁条件和脆弱性相结合，风险才具有可处置意义。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83084-35C8-432A-A70A-F18E71E5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不要把扫描到的每个漏洞直接等同于高风险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结合暴露面、利用条件和业务影响排序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控制措施可降低发生概率或损失程度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环境变化后应重新评估残余风险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00A22-72B9-4D93-8175-9C22988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BD733-44CC-49AF-BCE1-332BD6D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32120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38BA5-7100-4582-B322-495AF3AE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B4AD3-E6BA-4987-9B82-E696C3E0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00C65-0B8B-48D5-B5F1-D836D3C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成绩库未泄露但被误改会破坏完整性；考试期间无法访问会破坏可用性；无关人员读取则破坏机密性。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486C8-AD70-467B-970A-471E160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318F1-6035-4586-A1F8-61DB670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9A81F-2175-4ABB-9406-6D64D80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D6A26-2A52-4BF9-8951-81DD64E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45072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DC230-0E01-464F-93C7-53E4D965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EF6E3-4CEC-47A9-9BDB-2793CD03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业务数据库记录被未授权修改主要破坏哪项安全属性？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F82D0-C6F1-4203-A9D8-1F081DB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AFA79-F8A3-4B4F-83DA-AD1016C5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完整性，因为数据的准确、完整和未被未授权更改状态受到破坏。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E7F54-304F-474C-AAAB-9B0B2C53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1.3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2108B-FF13-4CD2-AF27-1EC31EA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24410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2026-09-21T18:09:59.3750000Z</dcterms:created>
  <dcterms:modified xsi:type="dcterms:W3CDTF">2026-09-21T18:09:59.3750000Z</dcterms:modified>
</coreProperties>
</file>