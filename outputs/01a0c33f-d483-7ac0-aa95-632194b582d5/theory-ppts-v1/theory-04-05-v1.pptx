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fa5c421a04325" /><Relationship Type="http://schemas.openxmlformats.org/officeDocument/2006/relationships/extended-properties" Target="/docProps/app.xml" Id="Rb59e5b752c904e99" /><Relationship Type="http://schemas.openxmlformats.org/officeDocument/2006/relationships/officeDocument" Target="/ppt/presentation.xml" Id="R533f3c0ce642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f3b6c774f2408c"/>
  </p:sldMasterIdLst>
  <p:notesMasterIdLst>
    <p:notesMasterId xmlns:r="http://schemas.openxmlformats.org/officeDocument/2006/relationships" r:id="Ra0b0460cc19745c8"/>
  </p:notesMasterIdLst>
  <p:sldIdLst>
    <p:sldId xmlns:r="http://schemas.openxmlformats.org/officeDocument/2006/relationships" id="256" r:id="R39c4ea49684e4a7c"/>
    <p:sldId xmlns:r="http://schemas.openxmlformats.org/officeDocument/2006/relationships" id="257" r:id="R4acd5d955aef4edd"/>
    <p:sldId xmlns:r="http://schemas.openxmlformats.org/officeDocument/2006/relationships" id="258" r:id="R5c500a5567574e2a"/>
    <p:sldId xmlns:r="http://schemas.openxmlformats.org/officeDocument/2006/relationships" id="259" r:id="Rd1f2e728c04a4ec2"/>
    <p:sldId xmlns:r="http://schemas.openxmlformats.org/officeDocument/2006/relationships" id="260" r:id="R23beec0e2a5b4585"/>
    <p:sldId xmlns:r="http://schemas.openxmlformats.org/officeDocument/2006/relationships" id="261" r:id="R99cabddfc0e94c55"/>
    <p:sldId xmlns:r="http://schemas.openxmlformats.org/officeDocument/2006/relationships" id="262" r:id="R92a830b8f67e451c"/>
    <p:sldId xmlns:r="http://schemas.openxmlformats.org/officeDocument/2006/relationships" id="263" r:id="R4245bfa5a8eb41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729cd19b724ceb" /><Relationship Type="http://schemas.openxmlformats.org/officeDocument/2006/relationships/slideMaster" Target="/ppt/slideMasters/slideMaster1.xml" Id="R8cf3b6c774f2408c" /><Relationship Type="http://schemas.openxmlformats.org/officeDocument/2006/relationships/notesMaster" Target="/ppt/notesMasters/notesMaster1.xml" Id="Ra0b0460cc19745c8" /><Relationship Type="http://schemas.openxmlformats.org/officeDocument/2006/relationships/presProps" Target="/ppt/presProps.xml" Id="R203ed4cea3354504" /><Relationship Type="http://schemas.openxmlformats.org/officeDocument/2006/relationships/tableStyles" Target="/ppt/tableStyles.xml" Id="R73852481bbcf4a59" /><Relationship Type="http://schemas.openxmlformats.org/officeDocument/2006/relationships/slide" Target="/ppt/slides/slide1.xml" Id="R39c4ea49684e4a7c" /><Relationship Type="http://schemas.openxmlformats.org/officeDocument/2006/relationships/slide" Target="/ppt/slides/slide2.xml" Id="R4acd5d955aef4edd" /><Relationship Type="http://schemas.openxmlformats.org/officeDocument/2006/relationships/slide" Target="/ppt/slides/slide3.xml" Id="R5c500a5567574e2a" /><Relationship Type="http://schemas.openxmlformats.org/officeDocument/2006/relationships/slide" Target="/ppt/slides/slide4.xml" Id="Rd1f2e728c04a4ec2" /><Relationship Type="http://schemas.openxmlformats.org/officeDocument/2006/relationships/slide" Target="/ppt/slides/slide5.xml" Id="R23beec0e2a5b4585" /><Relationship Type="http://schemas.openxmlformats.org/officeDocument/2006/relationships/slide" Target="/ppt/slides/slide6.xml" Id="R99cabddfc0e94c55" /><Relationship Type="http://schemas.openxmlformats.org/officeDocument/2006/relationships/slide" Target="/ppt/slides/slide7.xml" Id="R92a830b8f67e451c" /><Relationship Type="http://schemas.openxmlformats.org/officeDocument/2006/relationships/slide" Target="/ppt/slides/slide8.xml" Id="R4245bfa5a8eb41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fe0b77206942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bf399a57c4d97" /><Relationship Type="http://schemas.openxmlformats.org/officeDocument/2006/relationships/notesMaster" Target="/ppt/notesMasters/notesMaster1.xml" Id="Rf65bfb24a01243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8fbd1c5e34961" /><Relationship Type="http://schemas.openxmlformats.org/officeDocument/2006/relationships/notesMaster" Target="/ppt/notesMasters/notesMaster1.xml" Id="Re2d46dd61d69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521fe1f644a48" /><Relationship Type="http://schemas.openxmlformats.org/officeDocument/2006/relationships/notesMaster" Target="/ppt/notesMasters/notesMaster1.xml" Id="R46cb0183f2f2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c9ddd2624a4c92" /><Relationship Type="http://schemas.openxmlformats.org/officeDocument/2006/relationships/notesMaster" Target="/ppt/notesMasters/notesMaster1.xml" Id="Rcbabf5bb960e49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2f698b5b584391" /><Relationship Type="http://schemas.openxmlformats.org/officeDocument/2006/relationships/notesMaster" Target="/ppt/notesMasters/notesMaster1.xml" Id="R2661e3b2f93948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9401f8247a4d99" /><Relationship Type="http://schemas.openxmlformats.org/officeDocument/2006/relationships/notesMaster" Target="/ppt/notesMasters/notesMaster1.xml" Id="R3cce615a829a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b2b2af4e5b4531" /><Relationship Type="http://schemas.openxmlformats.org/officeDocument/2006/relationships/notesMaster" Target="/ppt/notesMasters/notesMaster1.xml" Id="R8ae35d67aad44d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56157132eb4dcf" /><Relationship Type="http://schemas.openxmlformats.org/officeDocument/2006/relationships/notesMaster" Target="/ppt/notesMasters/notesMaster1.xml" Id="R0b666321416e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核心概念：身份标识与唯一性。结合要点解释定义、适用边界和验证方式。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核心概念：认证因素。结合要点解释定义、适用边界和验证方式。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核心概念：MFA（多因素认证）。结合要点解释定义、适用边界和验证方式。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核心概念：会话与重新认证。结合要点解释定义、适用边界和验证方式。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NIST（美国国家标准与技术研究院）SP（特别出版物） 800-63-4 数字身份指南</a:t>
            </a:r>
          </a:p>
          <a:p xmlns:a="http://schemas.openxmlformats.org/drawingml/2006/main">
            <a:r>
              <a:t>https://pages.nist.gov/800-63-4/</a:t>
            </a:r>
          </a:p>
          <a:p xmlns:a="http://schemas.openxmlformats.org/drawingml/2006/main">
            <a:r>
              <a:t>2. 正式题库 4.5 课时内容</a:t>
            </a:r>
          </a:p>
          <a:p xmlns:a="http://schemas.openxmlformats.org/drawingml/2006/main">
            <a:r>
              <a:t>backend/app/resources/content/question-bank-v1.json#lesson_theory_4_5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940d11cd5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de59f9ce0a4bf8" /><Relationship Type="http://schemas.openxmlformats.org/officeDocument/2006/relationships/slideLayout" Target="/ppt/slideLayouts/slideLayout1.xml" Id="Rec9475696afa4d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9475696afa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2dd21ae4c442c" /><Relationship Type="http://schemas.openxmlformats.org/officeDocument/2006/relationships/image" Target="/ppt/media/image.png" Id="R0656bd7f27744838" /><Relationship Type="http://schemas.openxmlformats.org/officeDocument/2006/relationships/notesSlide" Target="/ppt/notesSlides/notesSlide1.xml" Id="R13fc321b1a4448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c6d672ba1428c" /><Relationship Type="http://schemas.openxmlformats.org/officeDocument/2006/relationships/notesSlide" Target="/ppt/notesSlides/notesSlide2.xml" Id="R3c4ae5cd9219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ade52873d4d81" /><Relationship Type="http://schemas.openxmlformats.org/officeDocument/2006/relationships/notesSlide" Target="/ppt/notesSlides/notesSlide3.xml" Id="R1ff663cd04eb49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b39629f4c4f83" /><Relationship Type="http://schemas.openxmlformats.org/officeDocument/2006/relationships/notesSlide" Target="/ppt/notesSlides/notesSlide4.xml" Id="R91f8e153d6f04d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398ec4951417f" /><Relationship Type="http://schemas.openxmlformats.org/officeDocument/2006/relationships/notesSlide" Target="/ppt/notesSlides/notesSlide5.xml" Id="Rc00e0ff1d9464c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2ad122b75498a" /><Relationship Type="http://schemas.openxmlformats.org/officeDocument/2006/relationships/notesSlide" Target="/ppt/notesSlides/notesSlide6.xml" Id="Ra05d7a136a8d40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bd2283e0944b5" /><Relationship Type="http://schemas.openxmlformats.org/officeDocument/2006/relationships/notesSlide" Target="/ppt/notesSlides/notesSlide7.xml" Id="R79cb3433ddb945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94a64929e44d2" /><Relationship Type="http://schemas.openxmlformats.org/officeDocument/2006/relationships/notesSlide" Target="/ppt/notesSlides/notesSlide8.xml" Id="Re391d80ff4eb43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6bd7f2774483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6D8319-CB84-48EF-8535-FE5E3CF7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4 章  ·  4.5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E877E-9FB9-46BF-9AFD-426E5283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身份标识与认证机制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2E1FC-6B33-4E8D-9CCB-0B57C871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85ECE-F8BB-4074-87E4-DFE89D6A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933070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5D8D2-7BB0-4A52-92A7-1350376C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8A60-23C4-438C-AE04-D3FE7308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4.5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8D082-CD72-4E68-9BB1-5A0411C6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7E3EF-6060-4657-97D1-7BCC5FD9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能够区分身份标识、身份声明、认证和会话管理。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能够说明 MFA（多因素认证）、凭据保护和风险认证对高风险操作的作用。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2541E-3966-4AEC-B7D3-5BB07742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4160F-1E51-41A6-ABBA-799E697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身份标识与唯一性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认证因素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MFA（多因素认证）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会话与重新认证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6EE13-B53B-4164-85C0-E3D81BB4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4.5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DC954-9050-45B0-9717-9F3BFF0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587187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C6010-343E-4F94-B279-0B795A9F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DE326-7E50-4E8B-8E23-E25A71F8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身份标识与唯一性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5BC0C-7901-4EAE-9301-403BA014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身份标识用于在系统内稳定地区分主体，不等于已经验证主体真实身份。标识应避免重复和随意复用，账号合并、注销与重新启用都需保留可追溯关系。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89768-45C1-4D9A-BF9F-8D287003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内部唯一标识与可变用户名分离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禁止把离职账号直接分配给新人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服务账号也应有明确责任人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标识变更不应破坏历史审计关联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E5AA3-42C0-436A-96F6-200F1DEF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7BDA4-EE9B-4FD9-B074-87F234F5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196564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4FBBD-70E4-4FA4-9703-150876CB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CAAD8-9FF6-4B1D-B6D3-18B6C11B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认证因素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82A52-D577-4EB3-B3CA-6357FC84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认证因素通常分为所知、所有和所是三类，分别对应秘密知识、持有设备和生物特征。两个密码仍属于同一因素，真正的多因素需要来自不同类别且相互独立。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02B22-5A01-47CF-9FCB-858086BD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所知因素包括密码或个人识别码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所有因素包括令牌或受控设备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所是因素包括指纹等生物特征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恢复流程不能弱于正常认证流程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0656B-E60D-4025-88B5-D43DCE19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4C850-BF81-4783-9D64-66633F0C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9607871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07F1E-2011-41E5-810D-3CBA026E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54C7E-D75C-4FC2-B3F0-1356A64B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MFA（多因素认证）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67791-7689-41A1-B8A7-5CB8F63E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MFA（多因素认证）要求至少两个不同类别的因素共同验证，可降低单一口令泄露的影响。其效果仍取决于抗钓鱼能力、设备绑定、挑战校验和安全恢复。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AF6F62-256A-4B81-ABE5-11B2BB1A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高权限和敏感操作优先强制多因素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短信验证码可能受换卡和劫持影响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认证提示应展示操作和来源信息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异常连续推送要能快速拒绝并报告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FA65E-58C4-4DAC-BF8B-B8BD982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3CF67-243D-44FB-9987-256072E0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7422771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9CA00-8EB5-4046-9DC5-6A2BFE4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CBAEE-04A9-4237-B5F2-16588217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会话与重新认证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0F0F6-A28E-46B1-A246-3B505CC7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认证成功后系统用会话维持登录状态，会话令牌因此等同于短期凭据。会话超时、设备变化或高风险操作应触发重新认证，退出时需要使令牌失效。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BD8F7-DD28-4369-A243-6A7457E2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令牌使用安全属性防止脚本和明文传输窃取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空闲超时和绝对超时分别配置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权限变化后及时刷新或终止会话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批量导出和改密等操作要求再次确认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D7D59-6818-4F98-BD81-25396E4B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F4A66-33DB-4254-9E43-0BD32E0F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519012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98143-734B-4100-97AD-13E5C2BE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7E78B-4CC8-4B5E-97DB-15F27717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F28C1-41DD-494F-9FA2-3544447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普通课程浏览使用已有会话，批量导出学生信息时要求重新认证并增加第二因素，完成后记录账号、时间和导出范围。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7ABEA-2DC9-4029-978D-A3492B16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E9A8F-FB34-4495-9B32-16FEC0D2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0D028-9DFE-4124-9352-DF529ED0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4.5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B9F55-2DEE-48ED-ACB1-DF2665A5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844544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B216C-31A9-4F99-B45E-47A8B3F7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19E21-B8D9-4904-AD4F-89CB81B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用户名为何不能单独证明操作者身份？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EDDC5-AA8E-42DA-93E1-7205609F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17C49-7DE5-4F66-AD66-95685FDC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用户名只是身份声明，仍需通过密码、令牌、生物特征等认证因素验证声明者。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45441-2511-41F7-9C8D-EB3E74E1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4.5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F61F7-025F-48CF-9695-85779374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80718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2026-09-21T18:10:53.3550000Z</dcterms:created>
  <dcterms:modified xsi:type="dcterms:W3CDTF">2026-09-21T18:10:53.3550000Z</dcterms:modified>
</coreProperties>
</file>