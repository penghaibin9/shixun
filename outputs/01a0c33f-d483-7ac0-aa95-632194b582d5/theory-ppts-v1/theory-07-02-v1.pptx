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c93a64fd141da" /><Relationship Type="http://schemas.openxmlformats.org/officeDocument/2006/relationships/extended-properties" Target="/docProps/app.xml" Id="R37d995f12a7a4610" /><Relationship Type="http://schemas.openxmlformats.org/officeDocument/2006/relationships/officeDocument" Target="/ppt/presentation.xml" Id="Red795da5ac49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352a7503ec4a6e"/>
  </p:sldMasterIdLst>
  <p:notesMasterIdLst>
    <p:notesMasterId xmlns:r="http://schemas.openxmlformats.org/officeDocument/2006/relationships" r:id="R50e69d8eccbe4375"/>
  </p:notesMasterIdLst>
  <p:sldIdLst>
    <p:sldId xmlns:r="http://schemas.openxmlformats.org/officeDocument/2006/relationships" id="256" r:id="R9204872339d54bd4"/>
    <p:sldId xmlns:r="http://schemas.openxmlformats.org/officeDocument/2006/relationships" id="257" r:id="Re066447007314e5a"/>
    <p:sldId xmlns:r="http://schemas.openxmlformats.org/officeDocument/2006/relationships" id="258" r:id="Re6cf73e2d5404ffd"/>
    <p:sldId xmlns:r="http://schemas.openxmlformats.org/officeDocument/2006/relationships" id="259" r:id="Re6dba00c2c854ef4"/>
    <p:sldId xmlns:r="http://schemas.openxmlformats.org/officeDocument/2006/relationships" id="260" r:id="Rd5f8cb8f041c4a7a"/>
    <p:sldId xmlns:r="http://schemas.openxmlformats.org/officeDocument/2006/relationships" id="261" r:id="R476dc77cf2cb431e"/>
    <p:sldId xmlns:r="http://schemas.openxmlformats.org/officeDocument/2006/relationships" id="262" r:id="Rd0138458a8864bd5"/>
    <p:sldId xmlns:r="http://schemas.openxmlformats.org/officeDocument/2006/relationships" id="263" r:id="R3000fe9cedea4a47"/>
    <p:sldId xmlns:r="http://schemas.openxmlformats.org/officeDocument/2006/relationships" id="264" r:id="Rf918af3aa3c745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b410a993d49cb" /><Relationship Type="http://schemas.openxmlformats.org/officeDocument/2006/relationships/slideMaster" Target="/ppt/slideMasters/slideMaster1.xml" Id="Rb7352a7503ec4a6e" /><Relationship Type="http://schemas.openxmlformats.org/officeDocument/2006/relationships/notesMaster" Target="/ppt/notesMasters/notesMaster1.xml" Id="R50e69d8eccbe4375" /><Relationship Type="http://schemas.openxmlformats.org/officeDocument/2006/relationships/presProps" Target="/ppt/presProps.xml" Id="R4317672199194b2c" /><Relationship Type="http://schemas.openxmlformats.org/officeDocument/2006/relationships/tableStyles" Target="/ppt/tableStyles.xml" Id="R4204e653ee13428a" /><Relationship Type="http://schemas.openxmlformats.org/officeDocument/2006/relationships/slide" Target="/ppt/slides/slide1.xml" Id="R9204872339d54bd4" /><Relationship Type="http://schemas.openxmlformats.org/officeDocument/2006/relationships/slide" Target="/ppt/slides/slide2.xml" Id="Re066447007314e5a" /><Relationship Type="http://schemas.openxmlformats.org/officeDocument/2006/relationships/slide" Target="/ppt/slides/slide3.xml" Id="Re6cf73e2d5404ffd" /><Relationship Type="http://schemas.openxmlformats.org/officeDocument/2006/relationships/slide" Target="/ppt/slides/slide4.xml" Id="Re6dba00c2c854ef4" /><Relationship Type="http://schemas.openxmlformats.org/officeDocument/2006/relationships/slide" Target="/ppt/slides/slide5.xml" Id="Rd5f8cb8f041c4a7a" /><Relationship Type="http://schemas.openxmlformats.org/officeDocument/2006/relationships/slide" Target="/ppt/slides/slide6.xml" Id="R476dc77cf2cb431e" /><Relationship Type="http://schemas.openxmlformats.org/officeDocument/2006/relationships/slide" Target="/ppt/slides/slide7.xml" Id="Rd0138458a8864bd5" /><Relationship Type="http://schemas.openxmlformats.org/officeDocument/2006/relationships/slide" Target="/ppt/slides/slide8.xml" Id="R3000fe9cedea4a47" /><Relationship Type="http://schemas.openxmlformats.org/officeDocument/2006/relationships/slide" Target="/ppt/slides/slide9.xml" Id="Rf918af3aa3c7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e8b2874a840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72bab9ecd4b06" /><Relationship Type="http://schemas.openxmlformats.org/officeDocument/2006/relationships/notesMaster" Target="/ppt/notesMasters/notesMaster1.xml" Id="R24a7941170b347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81cd8b84c4e8d" /><Relationship Type="http://schemas.openxmlformats.org/officeDocument/2006/relationships/notesMaster" Target="/ppt/notesMasters/notesMaster1.xml" Id="Rc72f98b2ba3444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10e252bd544e61" /><Relationship Type="http://schemas.openxmlformats.org/officeDocument/2006/relationships/notesMaster" Target="/ppt/notesMasters/notesMaster1.xml" Id="Rd7ea072c59db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95473d4a0460e" /><Relationship Type="http://schemas.openxmlformats.org/officeDocument/2006/relationships/notesMaster" Target="/ppt/notesMasters/notesMaster1.xml" Id="Rdaf97468ba9a43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97fb23468641ef" /><Relationship Type="http://schemas.openxmlformats.org/officeDocument/2006/relationships/notesMaster" Target="/ppt/notesMasters/notesMaster1.xml" Id="R05e11a4481e0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b675f08484276" /><Relationship Type="http://schemas.openxmlformats.org/officeDocument/2006/relationships/notesMaster" Target="/ppt/notesMasters/notesMaster1.xml" Id="Rd417e73668ce46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9a4abf65104b3d" /><Relationship Type="http://schemas.openxmlformats.org/officeDocument/2006/relationships/notesMaster" Target="/ppt/notesMasters/notesMaster1.xml" Id="Re6b1aa37d2a14d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969b6ae8254abb" /><Relationship Type="http://schemas.openxmlformats.org/officeDocument/2006/relationships/notesMaster" Target="/ppt/notesMasters/notesMaster1.xml" Id="R3cd8fb33a36445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92f3536e474654" /><Relationship Type="http://schemas.openxmlformats.org/officeDocument/2006/relationships/notesMaster" Target="/ppt/notesMasters/notesMaster1.xml" Id="Ra079d0cda4614d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核心概念：现状盘点。结合要点解释定义、适用边界和验证方式。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核心概念：风险识别与处置。结合要点解释定义、适用边界和验证方式。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核心概念：控制设计。结合要点解释定义、适用边界和验证方式。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核心概念：指标监测。结合要点解释定义、适用边界和验证方式。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核心概念：复盘改进。结合要点解释定义、适用边界和验证方式。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7.2 课时内容</a:t>
            </a:r>
          </a:p>
          <a:p xmlns:a="http://schemas.openxmlformats.org/drawingml/2006/main">
            <a:r>
              <a:t>backend/app/resources/content/question-bank-v1.json#lesson_theory_7_2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5358fc55e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c063445be14e9a" /><Relationship Type="http://schemas.openxmlformats.org/officeDocument/2006/relationships/slideLayout" Target="/ppt/slideLayouts/slideLayout1.xml" Id="R66f6d10bb3cb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f6d10bb3cb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89846788342d3" /><Relationship Type="http://schemas.openxmlformats.org/officeDocument/2006/relationships/image" Target="/ppt/media/image.png" Id="R335b3576c8ad4230" /><Relationship Type="http://schemas.openxmlformats.org/officeDocument/2006/relationships/notesSlide" Target="/ppt/notesSlides/notesSlide1.xml" Id="R8a649382aff7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ef938e060421b" /><Relationship Type="http://schemas.openxmlformats.org/officeDocument/2006/relationships/notesSlide" Target="/ppt/notesSlides/notesSlide2.xml" Id="Rc4c192768c90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03988110e4f91" /><Relationship Type="http://schemas.openxmlformats.org/officeDocument/2006/relationships/notesSlide" Target="/ppt/notesSlides/notesSlide3.xml" Id="R69ca25f505fd4d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6fd6c702040ea" /><Relationship Type="http://schemas.openxmlformats.org/officeDocument/2006/relationships/notesSlide" Target="/ppt/notesSlides/notesSlide4.xml" Id="R6a2e4660cd94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1132befda466c" /><Relationship Type="http://schemas.openxmlformats.org/officeDocument/2006/relationships/notesSlide" Target="/ppt/notesSlides/notesSlide5.xml" Id="Rb4ac67538e5e45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3dba0a4314571" /><Relationship Type="http://schemas.openxmlformats.org/officeDocument/2006/relationships/notesSlide" Target="/ppt/notesSlides/notesSlide6.xml" Id="R037befe06fe2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28eeaf8db443f" /><Relationship Type="http://schemas.openxmlformats.org/officeDocument/2006/relationships/notesSlide" Target="/ppt/notesSlides/notesSlide7.xml" Id="Rc05e7163f6c34d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408e7c0a742c0" /><Relationship Type="http://schemas.openxmlformats.org/officeDocument/2006/relationships/notesSlide" Target="/ppt/notesSlides/notesSlide8.xml" Id="Ra7d4a502f8384c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84f40971b41e3" /><Relationship Type="http://schemas.openxmlformats.org/officeDocument/2006/relationships/notesSlide" Target="/ppt/notesSlides/notesSlide9.xml" Id="Re6921f8267a04e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b3576c8ad42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AA48E-402A-4265-8D9C-466F2EB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7 章  ·  7.2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5F4BB-AF16-479E-BC89-2CEF147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数据安全治理流程与方法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A6D3B-385F-4D90-A726-9892ADB2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2678F-5C8E-4F6D-8925-0087060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954538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E99EA-7293-4196-9868-1E797B1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BB274-17DE-4E10-8727-2D0060B7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7.2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222F2-C9D4-4466-9972-C42EC7BF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F8D81-4842-414A-B88B-9B655435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能够执行资产盘点、风险评估、控制实施、监测和复盘的治理闭环。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能够用风险优先级、责任人、期限和验证标准管理整改计划。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5F38D-B759-440D-8055-8CD8C6B0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DE0F1-7E27-494F-BA4D-319ABA1C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现状盘点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风险识别与处置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控制设计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指标监测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05  复盘改进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B776C-A7C8-451D-A469-E80B5C2B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91035-5577-469B-8DB4-E52D4F6F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8922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026A-373D-4B13-8F33-FFF30885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A1D42-7D4C-4C76-845D-571B2A30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现状盘点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7D293-DD32-48B4-B27F-FAA91240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现状盘点建立数据资产、处理场景、责任主体、系统依赖和现有控制的基线。它应同时发现正式系统与影子数据，防止治理范围只覆盖已知数据库。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4E243-2D79-4324-BB40-390747C0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访谈业务并核对系统和接口清单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绘制关键数据从采集到销毁的流向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登记外部接收方和人工导出环节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对未知归属与无控制资产单独标记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459D4-1972-44D3-8D69-76ED296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0A6D3-F1F5-4CEB-B4A6-6821DB85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36381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4AF8F-2F20-4704-AE97-5889AEBA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806A4-5DE2-4685-ABEB-0FF8E4E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风险识别与处置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DC761-54C5-4318-A133-C9163AF8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风险识别分析资产面临的威胁、脆弱性和潜在影响，处置可选择降低、规避、转移或在授权下接受。选择方案时需说明剩余风险和决策责任，不能把问题简单标为已知即结束。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AEDC5-BF79-4C83-B3A2-ABED02C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结合可能性与业务影响确定优先级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高风险先采用立即缓解措施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风险接受必须有权限、期限和复核条件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处置后重新评估残余风险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C8F49-4517-40C2-A0C4-D505101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63827-6E59-411B-992B-FAFAFEA7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0650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630B7-8294-4E87-B713-34110C01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8169B-3236-4107-8BBC-12819F2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控制设计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F1669-AB31-470D-AE67-A8408BA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控制设计把风险要求转化为预防、检测、响应和恢复措施，并说明控制对象、执行者和验证方式。多项控制应形成纵深防御，避免某个单点失效直接暴露核心数据。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19BD2-1CF5-4FF2-9390-063F11F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优先采用消除风险源的设计控制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预防控制与检测告警相互补充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人工控制明确频率和证据格式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无法实现首选控制时配置补偿措施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4E964-B134-4ADD-B692-F48FC15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AFA96-D6F1-41B1-9C61-4168153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42241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BE749-EB71-4C54-9790-51B6C683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30A2F-4667-4FF4-9B34-2D8E2ED4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指标监测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4DD13-1A5C-487D-90E2-D75444F6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指标监测持续观察资产覆盖、策略执行、异常事件和整改进度，帮助发现控制退化。指标应有稳定口径、可信数据源和阈值，不能用无法验证的百分比装饰报告。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BDED-3AF3-47F6-AE28-B86CE76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覆盖率分母来自完整资产清单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失败、例外和未知状态单独统计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阈值超限时指定责任人与响应时限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保留历史趋势识别长期恶化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94C51-2598-4B98-8FE5-8EE1EF6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F5353-5C41-45A9-91D8-1DCE038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24061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B9022-74AA-45EB-BDBF-CC5D36B2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05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62850-3C9B-470D-8994-8D9DCFFF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复盘改进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83331-6723-4871-9CB4-B61EE3D1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复盘从事件、演练、审计和指标偏差中寻找制度、流程、技术与人员层面的根因。改进必须形成责任明确的任务，并通过后续验证确认问题没有重复出现。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BCAD7-24E6-461E-891C-AF3B37D2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区分直接原因与系统性根因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整改项包含负责人、期限和验收标准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重要经验更新到培训和预案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关闭前用相同或更严格场景复测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A42BA-5F74-45CC-B284-5192E291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C4E3B-5331-4371-A911-CA2EC3B4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47826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67783-EC86-4FC0-B47F-735D5658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6385E-BF0A-40F8-A4CA-11C0459B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3D552-5E93-4BDA-AE94-152489E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治理项目先盘点数据和共享链路，再按影响与可能性排序风险，为每项措施确定负责人、完成期限和复核证据。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50D18-C9EB-4484-A15C-20935E8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8D06C-67F8-461A-B630-CCB3990D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C6D6C-EFF2-43C4-9721-8757194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F9A38-6AAF-47BD-AACF-2027660B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18281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F68E1-4AEE-45BB-A464-5D98157B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85DAE-DF8D-4C42-AE27-1F783FB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为什么治理计划应从现状盘点开始？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270F8-FDA3-4457-8BAD-10836812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8DFD8-9551-4204-9C68-E4E66D4A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只有明确数据、场景、责任和现有控制，才能识别真实差距并合理确定优先级。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8E543-FB57-4FBF-9564-0C84EE5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7.2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ACD4-6287-432A-9EBD-1D1AACA0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09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35316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2026-09-21T18:11:47.1080000Z</dcterms:created>
  <dcterms:modified xsi:type="dcterms:W3CDTF">2026-09-21T18:11:47.1080000Z</dcterms:modified>
</coreProperties>
</file>