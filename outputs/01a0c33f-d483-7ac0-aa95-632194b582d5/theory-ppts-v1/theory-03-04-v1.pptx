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f19d44e76542ba" /><Relationship Type="http://schemas.openxmlformats.org/officeDocument/2006/relationships/extended-properties" Target="/docProps/app.xml" Id="R5236ebe4002c4f34" /><Relationship Type="http://schemas.openxmlformats.org/officeDocument/2006/relationships/officeDocument" Target="/ppt/presentation.xml" Id="R404630991f2b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0e8651437e493a"/>
  </p:sldMasterIdLst>
  <p:notesMasterIdLst>
    <p:notesMasterId xmlns:r="http://schemas.openxmlformats.org/officeDocument/2006/relationships" r:id="Rd6cf392846f4440e"/>
  </p:notesMasterIdLst>
  <p:sldIdLst>
    <p:sldId xmlns:r="http://schemas.openxmlformats.org/officeDocument/2006/relationships" id="256" r:id="Rc5009ffd53844fb6"/>
    <p:sldId xmlns:r="http://schemas.openxmlformats.org/officeDocument/2006/relationships" id="257" r:id="Rf4cd03d60fb94a84"/>
    <p:sldId xmlns:r="http://schemas.openxmlformats.org/officeDocument/2006/relationships" id="258" r:id="Rb8ce660b58f149c5"/>
    <p:sldId xmlns:r="http://schemas.openxmlformats.org/officeDocument/2006/relationships" id="259" r:id="Rac2e8d81049f406c"/>
    <p:sldId xmlns:r="http://schemas.openxmlformats.org/officeDocument/2006/relationships" id="260" r:id="R4058cfc12823401a"/>
    <p:sldId xmlns:r="http://schemas.openxmlformats.org/officeDocument/2006/relationships" id="261" r:id="R7f8bffe4c47a4638"/>
    <p:sldId xmlns:r="http://schemas.openxmlformats.org/officeDocument/2006/relationships" id="262" r:id="R4da3daa68b7242a2"/>
    <p:sldId xmlns:r="http://schemas.openxmlformats.org/officeDocument/2006/relationships" id="263" r:id="R6e5067946e1241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ce89533d144b2a" /><Relationship Type="http://schemas.openxmlformats.org/officeDocument/2006/relationships/slideMaster" Target="/ppt/slideMasters/slideMaster1.xml" Id="R9d0e8651437e493a" /><Relationship Type="http://schemas.openxmlformats.org/officeDocument/2006/relationships/notesMaster" Target="/ppt/notesMasters/notesMaster1.xml" Id="Rd6cf392846f4440e" /><Relationship Type="http://schemas.openxmlformats.org/officeDocument/2006/relationships/presProps" Target="/ppt/presProps.xml" Id="R04e0fafc59ec41b4" /><Relationship Type="http://schemas.openxmlformats.org/officeDocument/2006/relationships/tableStyles" Target="/ppt/tableStyles.xml" Id="R3d43fdbc6c9d47c7" /><Relationship Type="http://schemas.openxmlformats.org/officeDocument/2006/relationships/slide" Target="/ppt/slides/slide1.xml" Id="Rc5009ffd53844fb6" /><Relationship Type="http://schemas.openxmlformats.org/officeDocument/2006/relationships/slide" Target="/ppt/slides/slide2.xml" Id="Rf4cd03d60fb94a84" /><Relationship Type="http://schemas.openxmlformats.org/officeDocument/2006/relationships/slide" Target="/ppt/slides/slide3.xml" Id="Rb8ce660b58f149c5" /><Relationship Type="http://schemas.openxmlformats.org/officeDocument/2006/relationships/slide" Target="/ppt/slides/slide4.xml" Id="Rac2e8d81049f406c" /><Relationship Type="http://schemas.openxmlformats.org/officeDocument/2006/relationships/slide" Target="/ppt/slides/slide5.xml" Id="R4058cfc12823401a" /><Relationship Type="http://schemas.openxmlformats.org/officeDocument/2006/relationships/slide" Target="/ppt/slides/slide6.xml" Id="R7f8bffe4c47a4638" /><Relationship Type="http://schemas.openxmlformats.org/officeDocument/2006/relationships/slide" Target="/ppt/slides/slide7.xml" Id="R4da3daa68b7242a2" /><Relationship Type="http://schemas.openxmlformats.org/officeDocument/2006/relationships/slide" Target="/ppt/slides/slide8.xml" Id="R6e5067946e1241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52e4c4e313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072baa854404c" /><Relationship Type="http://schemas.openxmlformats.org/officeDocument/2006/relationships/notesMaster" Target="/ppt/notesMasters/notesMaster1.xml" Id="R9612fef46b5247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946bd4bf164f99" /><Relationship Type="http://schemas.openxmlformats.org/officeDocument/2006/relationships/notesMaster" Target="/ppt/notesMasters/notesMaster1.xml" Id="Rd615cf6ef7384f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7a129860574693" /><Relationship Type="http://schemas.openxmlformats.org/officeDocument/2006/relationships/notesMaster" Target="/ppt/notesMasters/notesMaster1.xml" Id="Rd4cf085a047b4c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3bcbde16c848a6" /><Relationship Type="http://schemas.openxmlformats.org/officeDocument/2006/relationships/notesMaster" Target="/ppt/notesMasters/notesMaster1.xml" Id="Rea9e3b987d784c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1255041b764543" /><Relationship Type="http://schemas.openxmlformats.org/officeDocument/2006/relationships/notesMaster" Target="/ppt/notesMasters/notesMaster1.xml" Id="R6a063733d9e84d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7e667f3426460e" /><Relationship Type="http://schemas.openxmlformats.org/officeDocument/2006/relationships/notesMaster" Target="/ppt/notesMasters/notesMaster1.xml" Id="Re779c87a380241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2cb16ed24b43a4" /><Relationship Type="http://schemas.openxmlformats.org/officeDocument/2006/relationships/notesMaster" Target="/ppt/notesMasters/notesMaster1.xml" Id="R91f6420f0a2242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bf0fb0feae49ff" /><Relationship Type="http://schemas.openxmlformats.org/officeDocument/2006/relationships/notesMaster" Target="/ppt/notesMasters/notesMaster1.xml" Id="R787bfecb880741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3.4 课时内容</a:t>
            </a:r>
          </a:p>
          <a:p xmlns:a="http://schemas.openxmlformats.org/drawingml/2006/main">
            <a:r>
              <a:t>backend/app/resources/content/question-bank-v1.json#lesson_theory_3_4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3.4 课时内容</a:t>
            </a:r>
          </a:p>
          <a:p xmlns:a="http://schemas.openxmlformats.org/drawingml/2006/main">
            <a:r>
              <a:t>backend/app/resources/content/question-bank-v1.json#lesson_theory_3_4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核心概念：SM2（国密公钥算法）。结合要点解释定义、适用边界和验证方式。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3.4 课时内容</a:t>
            </a:r>
          </a:p>
          <a:p xmlns:a="http://schemas.openxmlformats.org/drawingml/2006/main">
            <a:r>
              <a:t>backend/app/resources/content/question-bank-v1.json#lesson_theory_3_4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核心概念：SM3（国密杂凑算法）。结合要点解释定义、适用边界和验证方式。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3.4 课时内容</a:t>
            </a:r>
          </a:p>
          <a:p xmlns:a="http://schemas.openxmlformats.org/drawingml/2006/main">
            <a:r>
              <a:t>backend/app/resources/content/question-bank-v1.json#lesson_theory_3_4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核心概念：SM4（国密分组密码算法）。结合要点解释定义、适用边界和验证方式。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3.4 课时内容</a:t>
            </a:r>
          </a:p>
          <a:p xmlns:a="http://schemas.openxmlformats.org/drawingml/2006/main">
            <a:r>
              <a:t>backend/app/resources/content/question-bank-v1.json#lesson_theory_3_4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核心概念：算法组合与密钥管理。结合要点解释定义、适用边界和验证方式。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3.4 课时内容</a:t>
            </a:r>
          </a:p>
          <a:p xmlns:a="http://schemas.openxmlformats.org/drawingml/2006/main">
            <a:r>
              <a:t>backend/app/resources/content/question-bank-v1.json#lesson_theory_3_4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3.4 课时内容</a:t>
            </a:r>
          </a:p>
          <a:p xmlns:a="http://schemas.openxmlformats.org/drawingml/2006/main">
            <a:r>
              <a:t>backend/app/resources/content/question-bank-v1.json#lesson_theory_3_4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3.4 课时内容</a:t>
            </a:r>
          </a:p>
          <a:p xmlns:a="http://schemas.openxmlformats.org/drawingml/2006/main">
            <a:r>
              <a:t>backend/app/resources/content/question-bank-v1.json#lesson_theory_3_4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f1a89beaf48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166c1dca6d47ea" /><Relationship Type="http://schemas.openxmlformats.org/officeDocument/2006/relationships/slideLayout" Target="/ppt/slideLayouts/slideLayout1.xml" Id="Rb17a0fe878ef41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7a0fe878ef41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4d48bd4224213" /><Relationship Type="http://schemas.openxmlformats.org/officeDocument/2006/relationships/image" Target="/ppt/media/image.png" Id="Rfa4cf1cecc0344f6" /><Relationship Type="http://schemas.openxmlformats.org/officeDocument/2006/relationships/notesSlide" Target="/ppt/notesSlides/notesSlide1.xml" Id="Rc530d476780c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86e614a624d4c" /><Relationship Type="http://schemas.openxmlformats.org/officeDocument/2006/relationships/notesSlide" Target="/ppt/notesSlides/notesSlide2.xml" Id="R819837cb88224f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8722304d24e18" /><Relationship Type="http://schemas.openxmlformats.org/officeDocument/2006/relationships/notesSlide" Target="/ppt/notesSlides/notesSlide3.xml" Id="R8ced90d3a47142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492b893e9464c" /><Relationship Type="http://schemas.openxmlformats.org/officeDocument/2006/relationships/notesSlide" Target="/ppt/notesSlides/notesSlide4.xml" Id="Rf45fdbe137d645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ad559f9314e87" /><Relationship Type="http://schemas.openxmlformats.org/officeDocument/2006/relationships/notesSlide" Target="/ppt/notesSlides/notesSlide5.xml" Id="Re687fe603ce842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30058f0894093" /><Relationship Type="http://schemas.openxmlformats.org/officeDocument/2006/relationships/notesSlide" Target="/ppt/notesSlides/notesSlide6.xml" Id="Rdea80c43e49a48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8d41eb5b04bfd" /><Relationship Type="http://schemas.openxmlformats.org/officeDocument/2006/relationships/notesSlide" Target="/ppt/notesSlides/notesSlide7.xml" Id="R0ebe8cfce01740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b10aef02b40ae" /><Relationship Type="http://schemas.openxmlformats.org/officeDocument/2006/relationships/notesSlide" Target="/ppt/notesSlides/notesSlide8.xml" Id="R5a6b818f8df444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cf1cecc0344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59598-F472-4603-AF41-E7C07C7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3 章  ·  3.4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F249A-7AF7-4890-9A6B-4C4D08D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国密算法体系：SM2（国密公钥算法）、SM3（国密杂凑算法）、SM4（国密分组密码算法）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C887D-9A7D-4AEB-9D9F-7AB2321E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F4941-E72A-47DD-BF8A-DEFDE63B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292742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ABD18-E2DD-4FE1-A82A-ACB4A020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17121-1A7F-40E5-BE77-6BD96390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3.4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10FFA-62B4-4A58-9258-FC768C5D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CD97A-D7BC-4460-8DE7-F0B499B5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能够区分 SM2（国密公钥算法）、SM3（国密杂凑算法）和 SM4（国密分组密码算法）的用途。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能够根据加密、签名、摘要等需求选择正确算法类别并保护密钥。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A980B-9ED5-44EC-B336-2453A393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589CB-8A87-4C21-B209-036DF92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SM2（国密公钥算法）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SM3（国密杂凑算法）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SM4（国密分组密码算法）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算法组合与密钥管理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826C4-A2C1-4512-8585-7F0E47DA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3.4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CFCAE-0065-4E5C-ABF4-4D24767B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22326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D1CD1-4434-4F56-AF84-2935F14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99F7E-D2C3-420F-B7EA-F930A4D2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SM2（国密公钥算法）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BEF97-9E53-48D6-944E-A5D00C8C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SM2（国密公钥算法）基于椭圆曲线密码体制，可用于数字签名、密钥交换和公钥加密。不同用途具有各自的参数与消息格式，不能把一个接口的输出直接用于另一用途。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BF668-FC87-424D-8ABD-DE79820C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私钥必须随机生成并受严格保护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验签前确认公钥和用户身份标识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密钥交换需校验通信对端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实现应使用合规算法库与标准参数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54D3C-1106-4ED7-B5AF-8DB63A10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F428E-FEDE-417D-AB33-5D08E7E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57446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CDBC4-EFF1-4B10-B6F4-AACDC747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E756E-8988-4555-AE65-CA64C5BC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SM3（国密杂凑算法）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16D10-6F87-4492-807C-0DF5B882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SM3（国密杂凑算法）把消息映射为256位摘要，用于完整性校验、签名预处理和认证协议。它是不可逆的杂凑函数，不提供数据加密或解密能力。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94433-733F-4BB2-854E-E10D3D0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相同消息产生相同摘要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摘要变化可用于发现内容修改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基准摘要仍需可信来源保护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口令存储需专用加盐慢哈希方案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BDCFF-9028-4E82-8AD8-812C281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71B3D-D7B8-4E7B-AB51-6D4A527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053536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576AE-4969-4EDF-82D2-DFFBBA44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AC84E-A09D-44F9-9FB5-FCF3A0DF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SM4（国密分组密码算法）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C724-127E-48C0-BD7E-CE0EF73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SM4（国密分组密码算法）是128位分组、128位密钥的对称分组密码。处理长消息时必须配合合适工作模式、初始化参数和完整性保护。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ABD21-C161-4D0C-BAA5-E198913E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加解密双方必须共享并保护密钥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分组长度和密钥长度均为128位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禁止把固定密钥硬编码在客户端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优先使用含认证能力的安全组合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8CC3F-26D6-49A4-B95F-09C00D88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32B0E-B512-4B8B-A7A3-A175F54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49023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64787-3F13-4965-9061-B89F38F4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40E89-F3AF-44F1-8304-892F71BD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算法组合与密钥管理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B553E-2526-4E92-83CA-79DAC260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实际系统通常用公钥算法保护会话密钥、分组密码保护正文、杂凑和签名验证完整性。组合安全取决于每个接口的参数和密钥生命周期，单个算法合规不代表整体方案安全。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F370B-B835-48EA-89F0-3B44586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为加密、签名和认证分离密钥用途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记录密钥生成、轮换、吊销和销毁状态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协议顺序应采用经过分析的标准方案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任何自定义组合都需独立安全评审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13852-8192-4573-BDEB-7595B79B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58332-C789-46D0-8635-51F98ABC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53896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17EF8-A936-4CCD-A46C-4AE112A2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C05C1-03BB-4023-8BE5-DBE0368A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74B2A-20D1-42D5-9EC1-5BE534E7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电子文件流转中使用 SM3（国密杂凑算法）生成摘要、SM2（国密公钥算法）完成签名，并用 SM4（国密分组密码算法）保护文件正文。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5AE1F-5675-47C6-BADF-EE3AF2A3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8BA21-3969-42C5-BCBE-F0414C51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EE415-B1BF-4BFE-BAFF-35C45224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3.4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FFBC0-E3E9-47F7-86E3-6054A34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59255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69E7F-532B-4F8D-B0F4-0C86817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E4080-EA67-4C9E-BC8B-3EA00A10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SM2（国密公钥算法）、SM3（国密杂凑算法）、SM4（国密分组密码算法） 分别属于哪类算法？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F2AA4-6D10-4E4C-9958-50AC2D4E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B478F-F068-4901-9881-41E379B6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SM2（国密公钥算法）属于公钥密码，SM3（国密杂凑算法）属于密码杂凑，SM4（国密分组密码算法）属于对称分组密码。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28CDE-45FA-48EE-ACD1-8872DAC2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3.4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D0B35-F4AB-4A93-B221-4B0A0FBE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32638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2026-09-21T18:10:29.6210000Z</dcterms:created>
  <dcterms:modified xsi:type="dcterms:W3CDTF">2026-09-21T18:10:29.6210000Z</dcterms:modified>
</coreProperties>
</file>