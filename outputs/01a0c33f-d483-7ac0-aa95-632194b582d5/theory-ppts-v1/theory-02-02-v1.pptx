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658f1c31704eb8" /><Relationship Type="http://schemas.openxmlformats.org/officeDocument/2006/relationships/extended-properties" Target="/docProps/app.xml" Id="R852b6247dcb24d40" /><Relationship Type="http://schemas.openxmlformats.org/officeDocument/2006/relationships/officeDocument" Target="/ppt/presentation.xml" Id="R9a6a6eb9fff3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7bf76b945a4ccf"/>
  </p:sldMasterIdLst>
  <p:notesMasterIdLst>
    <p:notesMasterId xmlns:r="http://schemas.openxmlformats.org/officeDocument/2006/relationships" r:id="Rd42b4d97be054d92"/>
  </p:notesMasterIdLst>
  <p:sldIdLst>
    <p:sldId xmlns:r="http://schemas.openxmlformats.org/officeDocument/2006/relationships" id="256" r:id="R9e559cfad00a49c7"/>
    <p:sldId xmlns:r="http://schemas.openxmlformats.org/officeDocument/2006/relationships" id="257" r:id="Rd798c6728c7b4383"/>
    <p:sldId xmlns:r="http://schemas.openxmlformats.org/officeDocument/2006/relationships" id="258" r:id="R62c023bc9afa4d98"/>
    <p:sldId xmlns:r="http://schemas.openxmlformats.org/officeDocument/2006/relationships" id="259" r:id="R2d00fbf788344444"/>
    <p:sldId xmlns:r="http://schemas.openxmlformats.org/officeDocument/2006/relationships" id="260" r:id="R1bdc764db53b4815"/>
    <p:sldId xmlns:r="http://schemas.openxmlformats.org/officeDocument/2006/relationships" id="261" r:id="R8101c654ed774c4d"/>
    <p:sldId xmlns:r="http://schemas.openxmlformats.org/officeDocument/2006/relationships" id="262" r:id="Rcc38f2c2de814afe"/>
    <p:sldId xmlns:r="http://schemas.openxmlformats.org/officeDocument/2006/relationships" id="263" r:id="Rff422016c53d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68f60e3a18424e" /><Relationship Type="http://schemas.openxmlformats.org/officeDocument/2006/relationships/slideMaster" Target="/ppt/slideMasters/slideMaster1.xml" Id="R937bf76b945a4ccf" /><Relationship Type="http://schemas.openxmlformats.org/officeDocument/2006/relationships/notesMaster" Target="/ppt/notesMasters/notesMaster1.xml" Id="Rd42b4d97be054d92" /><Relationship Type="http://schemas.openxmlformats.org/officeDocument/2006/relationships/presProps" Target="/ppt/presProps.xml" Id="Rfe27a1fe50cb4f58" /><Relationship Type="http://schemas.openxmlformats.org/officeDocument/2006/relationships/tableStyles" Target="/ppt/tableStyles.xml" Id="R928da533474241ae" /><Relationship Type="http://schemas.openxmlformats.org/officeDocument/2006/relationships/slide" Target="/ppt/slides/slide1.xml" Id="R9e559cfad00a49c7" /><Relationship Type="http://schemas.openxmlformats.org/officeDocument/2006/relationships/slide" Target="/ppt/slides/slide2.xml" Id="Rd798c6728c7b4383" /><Relationship Type="http://schemas.openxmlformats.org/officeDocument/2006/relationships/slide" Target="/ppt/slides/slide3.xml" Id="R62c023bc9afa4d98" /><Relationship Type="http://schemas.openxmlformats.org/officeDocument/2006/relationships/slide" Target="/ppt/slides/slide4.xml" Id="R2d00fbf788344444" /><Relationship Type="http://schemas.openxmlformats.org/officeDocument/2006/relationships/slide" Target="/ppt/slides/slide5.xml" Id="R1bdc764db53b4815" /><Relationship Type="http://schemas.openxmlformats.org/officeDocument/2006/relationships/slide" Target="/ppt/slides/slide6.xml" Id="R8101c654ed774c4d" /><Relationship Type="http://schemas.openxmlformats.org/officeDocument/2006/relationships/slide" Target="/ppt/slides/slide7.xml" Id="Rcc38f2c2de814afe" /><Relationship Type="http://schemas.openxmlformats.org/officeDocument/2006/relationships/slide" Target="/ppt/slides/slide8.xml" Id="Rff422016c53d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fc7e26684140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2253e8b2a4258" /><Relationship Type="http://schemas.openxmlformats.org/officeDocument/2006/relationships/notesMaster" Target="/ppt/notesMasters/notesMaster1.xml" Id="Rf6a0b612193e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015704d4b41b5" /><Relationship Type="http://schemas.openxmlformats.org/officeDocument/2006/relationships/notesMaster" Target="/ppt/notesMasters/notesMaster1.xml" Id="R56e9cbbbb6a2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298d14f49c4987" /><Relationship Type="http://schemas.openxmlformats.org/officeDocument/2006/relationships/notesMaster" Target="/ppt/notesMasters/notesMaster1.xml" Id="R9fed5e611a5b48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390bfc4e3649ba" /><Relationship Type="http://schemas.openxmlformats.org/officeDocument/2006/relationships/notesMaster" Target="/ppt/notesMasters/notesMaster1.xml" Id="Rd73d243eb12540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048e9d0912491c" /><Relationship Type="http://schemas.openxmlformats.org/officeDocument/2006/relationships/notesMaster" Target="/ppt/notesMasters/notesMaster1.xml" Id="R02ad0916f5b2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cc45a9c53b478d" /><Relationship Type="http://schemas.openxmlformats.org/officeDocument/2006/relationships/notesMaster" Target="/ppt/notesMasters/notesMaster1.xml" Id="R94870cb4590942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85a1f8d68248cf" /><Relationship Type="http://schemas.openxmlformats.org/officeDocument/2006/relationships/notesMaster" Target="/ppt/notesMasters/notesMaster1.xml" Id="R66e7147ff93b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58826db7bf4b79" /><Relationship Type="http://schemas.openxmlformats.org/officeDocument/2006/relationships/notesMaster" Target="/ppt/notesMasters/notesMaster1.xml" Id="R4e5747e398bf40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核心概念：影响对象与影响程度。结合要点解释定义、适用边界和验证方式。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核心概念：数据级别判定。结合要点解释定义、适用边界和验证方式。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核心概念：差异化保护。结合要点解释定义、适用边界和验证方式。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核心概念：重新定级触发条件。结合要点解释定义、适用边界和验证方式。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《中华人民共和国数据安全法》</a:t>
            </a:r>
          </a:p>
          <a:p xmlns:a="http://schemas.openxmlformats.org/drawingml/2006/main">
            <a:r>
              <a:t>https://www.samr.gov.cn/zw/zfxxgk/fdzdgknr/bgt/art/2023/art_33654085364e45e2a878c70a06934414.html</a:t>
            </a:r>
          </a:p>
          <a:p xmlns:a="http://schemas.openxmlformats.org/drawingml/2006/main">
            <a:r>
              <a:t>2. 正式题库 2.2 课时内容</a:t>
            </a:r>
          </a:p>
          <a:p xmlns:a="http://schemas.openxmlformats.org/drawingml/2006/main">
            <a:r>
              <a:t>backend/app/resources/content/question-bank-v1.json#lesson_theory_2_2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281764c00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c1dbd61bd74cbe" /><Relationship Type="http://schemas.openxmlformats.org/officeDocument/2006/relationships/slideLayout" Target="/ppt/slideLayouts/slideLayout1.xml" Id="R566da8ab600c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da8ab600c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ae1bd0af34384" /><Relationship Type="http://schemas.openxmlformats.org/officeDocument/2006/relationships/image" Target="/ppt/media/image.png" Id="R405b249588fd44d6" /><Relationship Type="http://schemas.openxmlformats.org/officeDocument/2006/relationships/notesSlide" Target="/ppt/notesSlides/notesSlide1.xml" Id="R8810e5be38b8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4de0949f341e5" /><Relationship Type="http://schemas.openxmlformats.org/officeDocument/2006/relationships/notesSlide" Target="/ppt/notesSlides/notesSlide2.xml" Id="Re65653b173d4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c002df5d94905" /><Relationship Type="http://schemas.openxmlformats.org/officeDocument/2006/relationships/notesSlide" Target="/ppt/notesSlides/notesSlide3.xml" Id="R08e6d7df3e9f4c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92b97af4f453a" /><Relationship Type="http://schemas.openxmlformats.org/officeDocument/2006/relationships/notesSlide" Target="/ppt/notesSlides/notesSlide4.xml" Id="Rb95f37d2d75a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b8851ef594487" /><Relationship Type="http://schemas.openxmlformats.org/officeDocument/2006/relationships/notesSlide" Target="/ppt/notesSlides/notesSlide5.xml" Id="R3e8f80651ee7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6315748b54ac6" /><Relationship Type="http://schemas.openxmlformats.org/officeDocument/2006/relationships/notesSlide" Target="/ppt/notesSlides/notesSlide6.xml" Id="R3eb98a44d4a447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6e0867f514999" /><Relationship Type="http://schemas.openxmlformats.org/officeDocument/2006/relationships/notesSlide" Target="/ppt/notesSlides/notesSlide7.xml" Id="R22c26bc3b02f4c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fe396d1e94490" /><Relationship Type="http://schemas.openxmlformats.org/officeDocument/2006/relationships/notesSlide" Target="/ppt/notesSlides/notesSlide8.xml" Id="R81468614186a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b249588fd44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8F851-C77A-44D0-A82A-D522A8C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2 章  ·  2.2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C2BFA-826D-4720-BF74-1F414DD7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数据分级的概念、目的、标准与实施流程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C6A29-E7C1-48AF-8AED-CD1025C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E2DAF-B0AE-4ABA-83D1-B41C5F25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1931118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4A327-1589-456B-9E5C-BF87FE88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7B33C-D358-47B0-9152-BE524ACB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2.2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2EBFC-8DE0-4A98-9511-81333415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C4366-D932-4BA9-A84D-BED511E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能够依据泄露、篡改、毁损或不可用造成的影响确定数据级别。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能够为不同级别数据配置相匹配的访问、加密、审计和恢复要求。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02319-8716-42BB-9709-6456EC7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9FCD-7474-474A-8E93-6642987C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影响对象与影响程度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数据级别判定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差异化保护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重新定级触发条件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22D12-8C24-4165-ADE0-0E04C54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A0A98-EEC3-4E22-AB64-E4CD6F72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93273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F1624-1FD5-4A1A-B8EA-699436B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788E3-41B5-4269-BF44-C43B712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影响对象与影响程度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1D90C-153B-463F-88F1-EE4BB1D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分级先判断数据受损会影响个人、组织、公共利益或国家安全中的哪些对象。随后从范围、持续时间、可恢复性和后果严重程度评价影响，不能只看数据数量。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70E49-5CEF-459F-9E4A-91AE4270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少量高敏感数据也可能造成严重影响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分别评估泄露、篡改、丢失和不可用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考虑直接损失与后续连锁影响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用统一尺度减少部门间判定偏差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49114-3EB4-4EC9-B89F-841C4CA0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3731A-3632-47B8-BEA9-3A70C41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62118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669F4-3717-46F8-B3E3-4F86A8AA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DFEDA-89E3-469C-B459-540B1460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数据级别判定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C4AFA-BFD9-4B39-844D-9AE215D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数据级别是基于影响分析形成的保护强度结论。判定过程应有规则、有责任人、有依据，并在边界不清时采用审慎原则或升级评审。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0D591-FA32-4C7D-B4E1-4FE2FB54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先确定分类和具体处理场景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按最高相关影响选择初步级别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冲突结果提交指定责任人裁定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记录样本、理由和适用范围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D124B-0A06-4F4C-9BAA-DBEEEEE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0F13E-3027-43DB-93A3-2A1FC81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318816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2A01-CDC2-4C7E-B588-F3FDFFCD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36D5-ADDF-4D1B-B66E-6C44C68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差异化保护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EBDF4-85C0-4C1D-90C5-42236670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差异化保护把数据级别转换为不同的授权、加密、脱敏、审计和恢复要求。高等级并非简单叠加所有工具，而是提高控制强度、审批门槛与监测频率。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C19BC-0E52-41D6-B3A0-CD3404EF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为每个级别建立最小控制基线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高等级数据限制批量导出和外发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控制强度与业务连续性共同评估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定期验证策略是否真实生效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20A1D-07D2-4E01-8BB8-0B6B54F2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D841-EE13-4ABB-BF27-4D0476B1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100769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353B1-0F6A-44A0-A9AB-58575BF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0927-3556-4092-805F-8FDAE9D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重新定级触发条件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469C8-CA52-4E4B-9A49-C06F446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级别不是永久属性，数据用途、组合方式、规模或外部规则变化都可能改变影响。触发条件应写入流程，使变更在共享、迁移和新分析前得到复核。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83E00-2435-4C1F-AE4F-D8EE634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新增敏感字段时触发重评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对外共享或跨境处理时触发重评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多份低等级数据聚合后检查级别提升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法规和业务影响变化时更新判定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B1314-7391-4E76-AF3A-8702E83D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59162-2C8E-46A7-832E-1BB3B6BF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0729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E0A25-36DA-4C2C-A861-C5E2A36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B941A-1E64-4D14-BB39-372AFF22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CB5A6-2499-459D-99B0-DD266718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学校把公开招生简章与学生身份证号码分配到不同保护级别，并在数据用途从校内核验变为对外共享时触发重新评估。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877E3-74ED-4FD0-8AEB-C33C911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F7391-6C55-4F5C-A2FD-C1D9F683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EFE4B-718F-48D6-A0B0-3307D5F4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A64FC-0D96-4934-8CEC-25D829E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34859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0334E-BB53-4B99-B7EA-C2EDC484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30A6-FA15-4007-B61E-936F80E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数据级别判定的核心依据是什么？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3E964-B49C-47EB-87BB-F15C3074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A037D-B6D0-4B7F-9B1C-4B98096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数据发生泄露、篡改、毁损或不可用后，对个人、组织、公共利益等对象造成的影响范围和严重程度。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44AD-E136-409B-9C50-ECE5B7BE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2.2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BDD0B-E840-4A8E-94FC-FB192CA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16103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2026-09-21T18:10:12.5460000Z</dcterms:created>
  <dcterms:modified xsi:type="dcterms:W3CDTF">2026-09-21T18:10:12.5460000Z</dcterms:modified>
</coreProperties>
</file>