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00b49681e492f" /><Relationship Type="http://schemas.openxmlformats.org/officeDocument/2006/relationships/extended-properties" Target="/docProps/app.xml" Id="R4b8750fb4d8443a0" /><Relationship Type="http://schemas.openxmlformats.org/officeDocument/2006/relationships/officeDocument" Target="/ppt/presentation.xml" Id="Rbb4fef2568f3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2d8506c5640ae"/>
  </p:sldMasterIdLst>
  <p:notesMasterIdLst>
    <p:notesMasterId xmlns:r="http://schemas.openxmlformats.org/officeDocument/2006/relationships" r:id="Re4e4577840804e0d"/>
  </p:notesMasterIdLst>
  <p:sldIdLst>
    <p:sldId xmlns:r="http://schemas.openxmlformats.org/officeDocument/2006/relationships" id="256" r:id="Rc16104537a9f479a"/>
    <p:sldId xmlns:r="http://schemas.openxmlformats.org/officeDocument/2006/relationships" id="257" r:id="R5f1df1ec1bf6469b"/>
    <p:sldId xmlns:r="http://schemas.openxmlformats.org/officeDocument/2006/relationships" id="258" r:id="R3fa55c6c0fe644ce"/>
    <p:sldId xmlns:r="http://schemas.openxmlformats.org/officeDocument/2006/relationships" id="259" r:id="R874d62d484784957"/>
    <p:sldId xmlns:r="http://schemas.openxmlformats.org/officeDocument/2006/relationships" id="260" r:id="R3c988159328b4555"/>
    <p:sldId xmlns:r="http://schemas.openxmlformats.org/officeDocument/2006/relationships" id="261" r:id="R27e176dc44c748eb"/>
    <p:sldId xmlns:r="http://schemas.openxmlformats.org/officeDocument/2006/relationships" id="262" r:id="R68c8221b9be048a3"/>
    <p:sldId xmlns:r="http://schemas.openxmlformats.org/officeDocument/2006/relationships" id="263" r:id="R2b4572c0a2c4449d"/>
    <p:sldId xmlns:r="http://schemas.openxmlformats.org/officeDocument/2006/relationships" id="264" r:id="Rccd808068b3c4e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7eeaf85ab4477" /><Relationship Type="http://schemas.openxmlformats.org/officeDocument/2006/relationships/slideMaster" Target="/ppt/slideMasters/slideMaster1.xml" Id="R2c62d8506c5640ae" /><Relationship Type="http://schemas.openxmlformats.org/officeDocument/2006/relationships/notesMaster" Target="/ppt/notesMasters/notesMaster1.xml" Id="Re4e4577840804e0d" /><Relationship Type="http://schemas.openxmlformats.org/officeDocument/2006/relationships/presProps" Target="/ppt/presProps.xml" Id="R21aa60f5be0344b5" /><Relationship Type="http://schemas.openxmlformats.org/officeDocument/2006/relationships/tableStyles" Target="/ppt/tableStyles.xml" Id="Rb5a977a41aa84747" /><Relationship Type="http://schemas.openxmlformats.org/officeDocument/2006/relationships/slide" Target="/ppt/slides/slide1.xml" Id="Rc16104537a9f479a" /><Relationship Type="http://schemas.openxmlformats.org/officeDocument/2006/relationships/slide" Target="/ppt/slides/slide2.xml" Id="R5f1df1ec1bf6469b" /><Relationship Type="http://schemas.openxmlformats.org/officeDocument/2006/relationships/slide" Target="/ppt/slides/slide3.xml" Id="R3fa55c6c0fe644ce" /><Relationship Type="http://schemas.openxmlformats.org/officeDocument/2006/relationships/slide" Target="/ppt/slides/slide4.xml" Id="R874d62d484784957" /><Relationship Type="http://schemas.openxmlformats.org/officeDocument/2006/relationships/slide" Target="/ppt/slides/slide5.xml" Id="R3c988159328b4555" /><Relationship Type="http://schemas.openxmlformats.org/officeDocument/2006/relationships/slide" Target="/ppt/slides/slide6.xml" Id="R27e176dc44c748eb" /><Relationship Type="http://schemas.openxmlformats.org/officeDocument/2006/relationships/slide" Target="/ppt/slides/slide7.xml" Id="R68c8221b9be048a3" /><Relationship Type="http://schemas.openxmlformats.org/officeDocument/2006/relationships/slide" Target="/ppt/slides/slide8.xml" Id="R2b4572c0a2c4449d" /><Relationship Type="http://schemas.openxmlformats.org/officeDocument/2006/relationships/slide" Target="/ppt/slides/slide9.xml" Id="Rccd808068b3c4e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9d7ca89d340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c52b7c683486e" /><Relationship Type="http://schemas.openxmlformats.org/officeDocument/2006/relationships/notesMaster" Target="/ppt/notesMasters/notesMaster1.xml" Id="Rd47f421c1ec241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59babfb9f4e41" /><Relationship Type="http://schemas.openxmlformats.org/officeDocument/2006/relationships/notesMaster" Target="/ppt/notesMasters/notesMaster1.xml" Id="R07bd9a06d33a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d8a28c3174f1c" /><Relationship Type="http://schemas.openxmlformats.org/officeDocument/2006/relationships/notesMaster" Target="/ppt/notesMasters/notesMaster1.xml" Id="R77ddc06bd5cb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47ee109b94a57" /><Relationship Type="http://schemas.openxmlformats.org/officeDocument/2006/relationships/notesMaster" Target="/ppt/notesMasters/notesMaster1.xml" Id="Reac27bace63b44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0556305a54312" /><Relationship Type="http://schemas.openxmlformats.org/officeDocument/2006/relationships/notesMaster" Target="/ppt/notesMasters/notesMaster1.xml" Id="R32648089348442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941fe88c1147ae" /><Relationship Type="http://schemas.openxmlformats.org/officeDocument/2006/relationships/notesMaster" Target="/ppt/notesMasters/notesMaster1.xml" Id="R29365ce6a1554b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2dca720e44140" /><Relationship Type="http://schemas.openxmlformats.org/officeDocument/2006/relationships/notesMaster" Target="/ppt/notesMasters/notesMaster1.xml" Id="Re32a3523c526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8f55807baf47ad" /><Relationship Type="http://schemas.openxmlformats.org/officeDocument/2006/relationships/notesMaster" Target="/ppt/notesMasters/notesMaster1.xml" Id="R6b73d3438fb342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999379be234765" /><Relationship Type="http://schemas.openxmlformats.org/officeDocument/2006/relationships/notesMaster" Target="/ppt/notesMasters/notesMaster1.xml" Id="R0d86baee79fa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核心概念：需求规格与验收用例。结合要点解释定义、适用边界和验证方式。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核心概念：PoC（概念验证）。结合要点解释定义、适用边界和验证方式。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核心概念：性能与兼容性。结合要点解释定义、适用边界和验证方式。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核心概念：运维和全生命周期成本。结合要点解释定义、适用边界和验证方式。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核心概念：供应链风险。结合要点解释定义、适用边界和验证方式。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800-53A 安全与隐私控制评估指南</a:t>
            </a:r>
          </a:p>
          <a:p xmlns:a="http://schemas.openxmlformats.org/drawingml/2006/main">
            <a:r>
              <a:t>https://csrc.nist.gov/pubs/sp/800/53/a/r5/final</a:t>
            </a:r>
          </a:p>
          <a:p xmlns:a="http://schemas.openxmlformats.org/drawingml/2006/main">
            <a:r>
              <a:t>2.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3. 正式题库 7.4 课时内容</a:t>
            </a:r>
          </a:p>
          <a:p xmlns:a="http://schemas.openxmlformats.org/drawingml/2006/main">
            <a:r>
              <a:t>backend/app/resources/content/question-bank-v1.json#lesson_theory_7_4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16b03c377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80ccc8a0d40e7" /><Relationship Type="http://schemas.openxmlformats.org/officeDocument/2006/relationships/slideLayout" Target="/ppt/slideLayouts/slideLayout1.xml" Id="R652d6c3e027b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d6c3e027b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043bc6d9472e" /><Relationship Type="http://schemas.openxmlformats.org/officeDocument/2006/relationships/image" Target="/ppt/media/image.png" Id="Rc626185b84d14832" /><Relationship Type="http://schemas.openxmlformats.org/officeDocument/2006/relationships/notesSlide" Target="/ppt/notesSlides/notesSlide1.xml" Id="R8f349c424db040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7d658fb074661" /><Relationship Type="http://schemas.openxmlformats.org/officeDocument/2006/relationships/notesSlide" Target="/ppt/notesSlides/notesSlide2.xml" Id="R1fd3c478522847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cc823c15b487f" /><Relationship Type="http://schemas.openxmlformats.org/officeDocument/2006/relationships/notesSlide" Target="/ppt/notesSlides/notesSlide3.xml" Id="Rd40d5252aa434f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235a2fbd48ab" /><Relationship Type="http://schemas.openxmlformats.org/officeDocument/2006/relationships/notesSlide" Target="/ppt/notesSlides/notesSlide4.xml" Id="R9cd3ba58fda4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5427b065544da" /><Relationship Type="http://schemas.openxmlformats.org/officeDocument/2006/relationships/notesSlide" Target="/ppt/notesSlides/notesSlide5.xml" Id="R167bbbcb108e43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cfd5148bd4d98" /><Relationship Type="http://schemas.openxmlformats.org/officeDocument/2006/relationships/notesSlide" Target="/ppt/notesSlides/notesSlide6.xml" Id="R173809b4aff5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cbf9420da467e" /><Relationship Type="http://schemas.openxmlformats.org/officeDocument/2006/relationships/notesSlide" Target="/ppt/notesSlides/notesSlide7.xml" Id="Rfca82ab7b491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6242ed5f4f66" /><Relationship Type="http://schemas.openxmlformats.org/officeDocument/2006/relationships/notesSlide" Target="/ppt/notesSlides/notesSlide8.xml" Id="R24dc3e72a16b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f5267f3004c54" /><Relationship Type="http://schemas.openxmlformats.org/officeDocument/2006/relationships/notesSlide" Target="/ppt/notesSlides/notesSlide9.xml" Id="Red6e5850f2e949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6185b84d148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8F4F-A017-4038-9BC9-37D0A56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7 章  ·  7.4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3FFDF-9A6C-4201-A2B4-FDDBB83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典型数据安全产品选型指南（加密类/脱敏类/审计类/管控类/备份类）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3ED14-A8DB-4FC3-97BD-8062DBD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62440-27BF-4A3F-8F7F-156CD87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45607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F5196-5C12-48FD-8A1C-0B50008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710EB-0BA3-4047-A40B-2ADC248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7.4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543D0-616E-40BF-AE08-CFAFF3CE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89D3B-8E49-4F44-8DD7-AC5D50F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能够把业务与合规需求转换为加密、脱敏、审计、管控和备份产品的可测试指标。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能够综合验证功能、准确性、性能、兼容、运维、审计与供应链风险。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423C1-B3AA-422A-8757-1FF3D49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6E22-42FA-465B-80B9-12879DF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需求规格与验收用例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PoC（概念验证）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性能与兼容性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运维和全生命周期成本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05  供应链风险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00746-AE9D-40EF-8584-F2BB3431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4A3F1-99DC-49E7-940A-1F23FE7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43323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54F7A-9DCD-442B-891C-41A1CDF1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FD674-C2BC-4696-9F96-4A9C406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需求规格与验收用例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9DF7-9475-43A7-9137-F113870B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需求规格把业务风险转化为可测量的功能、性能、安全和运维条件，验收用例则规定输入、步骤和预期结果。模糊表述如支持脱敏无法区分产品能力，必须明确数据类型、规则精度和失败处理。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652BD-39CD-43FD-9616-61C81264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每项需求给出优先级和适用范围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指标包含正常、边界和失败条件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验收数据覆盖真实格式与规模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需求变更同步更新测试和采购条款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FA8B-92DC-4869-B3FB-5BB1D81C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A61DE-8C30-47A6-9069-C9CBA0C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07897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1AFE2-F230-4B47-8D3C-CFF5228F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879AD-E5D1-4E0D-BA27-BEF45C1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PoC（概念验证）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645DF-526D-42CF-BF14-53032958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PoC（概念验证）在受控范围内用候选产品处理代表性数据和工作负载，验证关键假设。它不是厂商演示，应由采购方掌握场景、数据、评价标准和原始结果。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A778A-FB62-4774-AEAB-5EE5DD9C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所有候选产品使用同一测试基线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同时记录成功、失败和人工干预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限制测试数据并落实保密与清理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关键结果由双方复核并可重复执行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F8BC1-C2D3-4AB7-8F5C-01E8215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E7CF5-2322-4C40-894E-0714C70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63059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82BB3-9E9E-4849-9888-2C59DFF0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C8CF3-E1D8-4630-BC93-4B6FF09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性能与兼容性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57614-3A91-4D89-90CC-D4EB23AC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安全产品必须在目标吞吐、并发和延迟下保持功能正确，并与现有身份、数据源、日志和部署架构兼容。空载性能或实验室峰值不能代表生产环境的稳定能力。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D1A4B-43F3-4F6C-81FC-3DDF111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使用接近真实的数据规模和请求分布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观察长时间运行的资源与延迟变化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验证故障、降级和恢复期间业务行为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检查协议、版本和接口升级兼容性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E45C9-5DB7-4CAD-B243-9C8CC70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0D9D5-E0AA-4360-BD5D-B70F823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51988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C7E35-9DFC-4F89-9EE0-FF530A3B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86E1-26AD-41BA-A52E-A0AD40AD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运维和全生命周期成本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40B7E-371D-400C-8923-7C85646D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产品成本包括采购、部署、集成、培训、监控、升级、扩容、支持和退出迁移，而不只是一年许可证价格。复杂度过高会增加配置错误和人员依赖，进而削弱实际安全效果。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2C89A-D4C6-4F1B-B5C7-73EA6A2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估算三到五年的总体拥有成本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确认告警、备份和配置审计能力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评估升级窗口与回退机制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提前验证数据和策略能否导出迁移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6283-1023-435B-9AA9-ABEBE2F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D77C-6896-4F30-B5B7-A1B90C3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67234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34BE6-6592-44A8-9AA9-EC30176A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05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B4394-CA5D-4001-8EEA-12D9FA54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供应链风险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9E655-E414-4A20-B830-6CA207A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供应链风险来自厂商、组件、更新渠道、远程支持和服务终止等外部依赖。选型要了解软件物料、漏洞响应、签名更新和生命周期承诺，并为替代方案保留空间。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250AE-E01D-4D8B-88BC-E65B3C37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要求透明的组件与漏洞处置流程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校验安装包和更新包的数字签名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远程运维采用最小权限和会话审计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厂商停止支持前制定迁移计划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533CC-5AF6-40AB-A261-BD2464A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C1C2F-557E-4888-96C4-D8197124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96103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2DF01-0135-4475-BB3A-0E63F2F8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258B0-0861-4B19-B797-C4CC930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3639B-931C-4C32-BA0E-9D08D5CA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选型小组用同一批脱敏样本和性能负载开展 PoC（概念验证），同时检查权限、日志、升级和退出迁移能力，而非只比较宣传功能。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98CEB-8461-4A9A-B245-F5E32744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0162-517B-4514-8822-773A53E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EBCEF-0B3E-4E32-8C4F-44AC7ADA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1E7BA-4E79-45E9-93D3-0E8F79B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6656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D53EE-A866-49B4-945C-7FA52BC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BA372-8D86-4E61-B16A-39E58CBF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产品选型中哪类证据最可靠？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35BFD-683A-40D0-BD9E-A07E02D7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E9908-A38F-4DBF-9C34-84B9A40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在目标数据、系统约束和验收标准下完成可复现测试，并保留结果和问题记录。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428CA-21AB-4434-911A-A45E21BA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7.4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F390A-00A6-4913-9ED8-027FEFDA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09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67507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2026-09-21T18:11:53.4410000Z</dcterms:created>
  <dcterms:modified xsi:type="dcterms:W3CDTF">2026-09-21T18:11:53.4410000Z</dcterms:modified>
</coreProperties>
</file>