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9fd0f374d4180" /><Relationship Type="http://schemas.openxmlformats.org/officeDocument/2006/relationships/extended-properties" Target="/docProps/app.xml" Id="R6b1101161a284e48" /><Relationship Type="http://schemas.openxmlformats.org/officeDocument/2006/relationships/officeDocument" Target="/ppt/presentation.xml" Id="R6bda0dd52fcb43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7505a98240415c"/>
  </p:sldMasterIdLst>
  <p:notesMasterIdLst>
    <p:notesMasterId xmlns:r="http://schemas.openxmlformats.org/officeDocument/2006/relationships" r:id="Rd8fc7c9313e2455e"/>
  </p:notesMasterIdLst>
  <p:sldIdLst>
    <p:sldId xmlns:r="http://schemas.openxmlformats.org/officeDocument/2006/relationships" id="256" r:id="Rcda7ae362f8d4509"/>
    <p:sldId xmlns:r="http://schemas.openxmlformats.org/officeDocument/2006/relationships" id="257" r:id="R6acc38d072df44b4"/>
    <p:sldId xmlns:r="http://schemas.openxmlformats.org/officeDocument/2006/relationships" id="258" r:id="R096868d0bc8047d6"/>
    <p:sldId xmlns:r="http://schemas.openxmlformats.org/officeDocument/2006/relationships" id="259" r:id="R4bc2c936928144c4"/>
    <p:sldId xmlns:r="http://schemas.openxmlformats.org/officeDocument/2006/relationships" id="260" r:id="Rebd2eff79fad4f8d"/>
    <p:sldId xmlns:r="http://schemas.openxmlformats.org/officeDocument/2006/relationships" id="261" r:id="R307a2794b9a34bbe"/>
    <p:sldId xmlns:r="http://schemas.openxmlformats.org/officeDocument/2006/relationships" id="262" r:id="R74ab631d8de745d9"/>
    <p:sldId xmlns:r="http://schemas.openxmlformats.org/officeDocument/2006/relationships" id="263" r:id="R03fe3c3ad05148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715952654541dd" /><Relationship Type="http://schemas.openxmlformats.org/officeDocument/2006/relationships/slideMaster" Target="/ppt/slideMasters/slideMaster1.xml" Id="R747505a98240415c" /><Relationship Type="http://schemas.openxmlformats.org/officeDocument/2006/relationships/notesMaster" Target="/ppt/notesMasters/notesMaster1.xml" Id="Rd8fc7c9313e2455e" /><Relationship Type="http://schemas.openxmlformats.org/officeDocument/2006/relationships/presProps" Target="/ppt/presProps.xml" Id="R4841e9eb45474054" /><Relationship Type="http://schemas.openxmlformats.org/officeDocument/2006/relationships/tableStyles" Target="/ppt/tableStyles.xml" Id="R117f68cf2f974997" /><Relationship Type="http://schemas.openxmlformats.org/officeDocument/2006/relationships/slide" Target="/ppt/slides/slide1.xml" Id="Rcda7ae362f8d4509" /><Relationship Type="http://schemas.openxmlformats.org/officeDocument/2006/relationships/slide" Target="/ppt/slides/slide2.xml" Id="R6acc38d072df44b4" /><Relationship Type="http://schemas.openxmlformats.org/officeDocument/2006/relationships/slide" Target="/ppt/slides/slide3.xml" Id="R096868d0bc8047d6" /><Relationship Type="http://schemas.openxmlformats.org/officeDocument/2006/relationships/slide" Target="/ppt/slides/slide4.xml" Id="R4bc2c936928144c4" /><Relationship Type="http://schemas.openxmlformats.org/officeDocument/2006/relationships/slide" Target="/ppt/slides/slide5.xml" Id="Rebd2eff79fad4f8d" /><Relationship Type="http://schemas.openxmlformats.org/officeDocument/2006/relationships/slide" Target="/ppt/slides/slide6.xml" Id="R307a2794b9a34bbe" /><Relationship Type="http://schemas.openxmlformats.org/officeDocument/2006/relationships/slide" Target="/ppt/slides/slide7.xml" Id="R74ab631d8de745d9" /><Relationship Type="http://schemas.openxmlformats.org/officeDocument/2006/relationships/slide" Target="/ppt/slides/slide8.xml" Id="R03fe3c3ad05148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6bf097215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7cd07722cb4ee5" /><Relationship Type="http://schemas.openxmlformats.org/officeDocument/2006/relationships/notesMaster" Target="/ppt/notesMasters/notesMaster1.xml" Id="R62b4becafd9f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5a84b31604f68" /><Relationship Type="http://schemas.openxmlformats.org/officeDocument/2006/relationships/notesMaster" Target="/ppt/notesMasters/notesMaster1.xml" Id="R60e1849acfda4f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70453dbe94191" /><Relationship Type="http://schemas.openxmlformats.org/officeDocument/2006/relationships/notesMaster" Target="/ppt/notesMasters/notesMaster1.xml" Id="Rb447c7bed23c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62dd143af34b3e" /><Relationship Type="http://schemas.openxmlformats.org/officeDocument/2006/relationships/notesMaster" Target="/ppt/notesMasters/notesMaster1.xml" Id="R7af3c363b4b2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c63e47be204fc6" /><Relationship Type="http://schemas.openxmlformats.org/officeDocument/2006/relationships/notesMaster" Target="/ppt/notesMasters/notesMaster1.xml" Id="R9588fbcbbdc7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8a3328d6a42e9" /><Relationship Type="http://schemas.openxmlformats.org/officeDocument/2006/relationships/notesMaster" Target="/ppt/notesMasters/notesMaster1.xml" Id="Ree9ff3364b62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3f4a079dd413b" /><Relationship Type="http://schemas.openxmlformats.org/officeDocument/2006/relationships/notesMaster" Target="/ppt/notesMasters/notesMaster1.xml" Id="Rc17aa874c74e4a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705647fb0a40bb" /><Relationship Type="http://schemas.openxmlformats.org/officeDocument/2006/relationships/notesMaster" Target="/ppt/notesMasters/notesMaster1.xml" Id="R8550d14d4a56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核心概念：数据分类目录。结合要点解释定义、适用边界和验证方式。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核心概念：业务可解释性。结合要点解释定义、适用边界和验证方式。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核心概念：互斥与覆盖。结合要点解释定义、适用边界和验证方式。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核心概念：分类规则版本管理。结合要点解释定义、适用边界和验证方式。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2.1 课时内容</a:t>
            </a:r>
          </a:p>
          <a:p xmlns:a="http://schemas.openxmlformats.org/drawingml/2006/main">
            <a:r>
              <a:t>backend/app/resources/content/question-bank-v1.json#lesson_theory_2_1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188572a11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6f0b69604470d" /><Relationship Type="http://schemas.openxmlformats.org/officeDocument/2006/relationships/slideLayout" Target="/ppt/slideLayouts/slideLayout1.xml" Id="R1c966934b8c0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966934b8c0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2e03ad14f4dc4" /><Relationship Type="http://schemas.openxmlformats.org/officeDocument/2006/relationships/image" Target="/ppt/media/image.png" Id="R44c8aa21ea55454e" /><Relationship Type="http://schemas.openxmlformats.org/officeDocument/2006/relationships/notesSlide" Target="/ppt/notesSlides/notesSlide1.xml" Id="R7b22c2a56765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66c1b9d734623" /><Relationship Type="http://schemas.openxmlformats.org/officeDocument/2006/relationships/notesSlide" Target="/ppt/notesSlides/notesSlide2.xml" Id="R18a0a09492884d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7a28594d74cd1" /><Relationship Type="http://schemas.openxmlformats.org/officeDocument/2006/relationships/notesSlide" Target="/ppt/notesSlides/notesSlide3.xml" Id="R6a65dd54ef2e41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bc68998b7493c" /><Relationship Type="http://schemas.openxmlformats.org/officeDocument/2006/relationships/notesSlide" Target="/ppt/notesSlides/notesSlide4.xml" Id="R1906172dc6e1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0fce40b5e40fd" /><Relationship Type="http://schemas.openxmlformats.org/officeDocument/2006/relationships/notesSlide" Target="/ppt/notesSlides/notesSlide5.xml" Id="R07dee14030d9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f31db9991466a" /><Relationship Type="http://schemas.openxmlformats.org/officeDocument/2006/relationships/notesSlide" Target="/ppt/notesSlides/notesSlide6.xml" Id="Raa923a72e6a4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567f23b3947da" /><Relationship Type="http://schemas.openxmlformats.org/officeDocument/2006/relationships/notesSlide" Target="/ppt/notesSlides/notesSlide7.xml" Id="R67372de6bc9c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0b23061814fce" /><Relationship Type="http://schemas.openxmlformats.org/officeDocument/2006/relationships/notesSlide" Target="/ppt/notesSlides/notesSlide8.xml" Id="R62e106626c08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8aa21ea5545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2DC9-588D-4F75-9C83-1061405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2 章  ·  2.1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E11D9-B264-4B6D-9DB9-30F1F15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数据分类的概念、目的、原则、方法与流程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1128-DB95-4EA2-98FA-04E0996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50AD-9E69-4B51-81FB-30A6634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1570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8494D-B902-4817-BE4D-59CF5C27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D9B71-8AF1-4842-9FC1-F0F30B2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2.1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29DA-F18F-41F3-B4F1-AAB4CEE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B7E5C-1341-469A-98E0-56C2057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能够依据业务属性、内容特征和管理目的设计数据分类维度。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能够完成数据盘点、目录编制、责任确认和周期复核的分类流程。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14816-7317-4B8A-BEF6-526F840B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93742-FEC8-4D77-B8EB-CF275027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数据分类目录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业务可解释性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互斥与覆盖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分类规则版本管理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88FA7-C78A-40DF-8A2E-34C008D1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7D4E0-8571-41D3-83AD-643ED46A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34442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C7F77-1E9B-4336-876A-34C1A3C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26BA8-1FDD-4D2F-A9BE-18C3C00B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数据分类目录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25767-A495-4154-881C-29F30215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数据分类目录按业务属性或内容特征把数据组织成稳定、可查找的层级。目录是统一语言和控制入口，不应只是一次性盘点表，也不等同于数据存放位置清单。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D2245-1520-484C-A23A-CE228E5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类别名称和定义应避免含义重叠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每类要有归属规则、示例和责任人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目录需覆盖数据库、文件、消息和日志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新业务上线前应检查目录是否需要扩展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F57C4-B685-4F61-8BD3-7989F63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74324-5AE2-449E-83C1-DCF2B701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59010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E0B0C-8E39-44F0-B414-683E56C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E3A33-DAF7-4CF7-96D0-F6473FB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业务可解释性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0F727-F2AD-4F6F-97F1-DB789DBD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分类结果必须让业务人员能够理解为什么某项数据属于某类。若类别只能由工具识别而无法说明业务含义，就难以支持授权、共享和风险判断。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F4D15-24C8-41E2-95C0-98C75445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用业务过程和数据用途描述类别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避免只用表名或技术格式命名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通过正例和反例说明分类边界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由数据负责人确认机器识别结果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8BCA4-7904-416B-8754-4DE6CA1E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C5B90-A9C9-4240-A839-A079AB5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91671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3C580-0D01-4477-829D-0866C48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0A10-017B-4561-B05C-F925793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互斥与覆盖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DA8C7-6B8C-4793-B346-2B41094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互斥要求同一分类维度下类别边界尽量不冲突，覆盖要求范围内数据都有合理归属。现实中可采用多维标签，但必须明确主分类和各标签的适用规则。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D1D08-58F3-4685-9655-22BF9E6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用样本测试同一数据是否落入多个主类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建立未知或待确认数据的处置入口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多标签体系要区分业务类与敏感属性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定期分析未分类和冲突分类记录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406D9-E9A8-4758-B155-7ADF2911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A41DE-2153-49E0-8AF3-1C78CD7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0037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EA3F7-A13E-45E7-97F0-DF0BFAF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7B5C6-66CB-47E3-8362-4DC9FB09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分类规则版本管理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1B794-9E6F-4F4E-9E2B-B7AEDCB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分类规则会随业务、法规和识别技术变化，版本管理用于保留每次调整的内容与生效范围。历史数据是否回溯重分、控制策略何时切换都应在变更中说明。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7A4A6-A1E2-4A76-8A48-5E8C431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版本号与生效时间必须可查询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记录新增、删除和边界调整原因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变更前评估对权限和报表的影响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保留旧规则以解释历史判定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D7386-9069-438B-8B18-86B3C5E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33B3F-5E35-4DCA-BF48-EFDAD0AC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28699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C0745-0D05-4E5E-A6BB-1D38497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4AE32-9728-4137-8D94-1E3578C0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E883E-5B4D-4BB9-9FDF-A84FCA5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高校按学生、教师、教学、科研和运营划分一级目录，再按身份、成绩、论文和日志等内容建立二级分类，并记录每类数据负责人。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78B8-EF55-4E3E-87E5-43B01039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FDB6B-B5F5-4535-B3D3-AE49E07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4EF73-EE39-4ED4-8CAD-F0BBEFD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34474-D6B6-4374-9A92-8ADB5E6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95221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34716-84F0-493E-B4D2-FEAAB2C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88E80-2BCF-448B-B50D-D29CFB44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为什么分类目录需要定期复核？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34362-3AAA-4898-81E5-B037B04F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DB607-472C-426A-BE39-9288446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业务、数据用途和监管要求会变化，旧目录可能遗漏新数据或产生边界冲突。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186E1-8696-49DB-8EA6-6B378C77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2.1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8BE-0A29-4E13-8A90-009E559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84350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2026-09-21T18:10:09.3190000Z</dcterms:created>
  <dcterms:modified xsi:type="dcterms:W3CDTF">2026-09-21T18:10:09.3190000Z</dcterms:modified>
</coreProperties>
</file>