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46b93ca4b842f1" /><Relationship Type="http://schemas.openxmlformats.org/officeDocument/2006/relationships/extended-properties" Target="/docProps/app.xml" Id="R868c6eece08e448b" /><Relationship Type="http://schemas.openxmlformats.org/officeDocument/2006/relationships/officeDocument" Target="/ppt/presentation.xml" Id="R5a888c00339347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dab903d93f43b4"/>
  </p:sldMasterIdLst>
  <p:notesMasterIdLst>
    <p:notesMasterId xmlns:r="http://schemas.openxmlformats.org/officeDocument/2006/relationships" r:id="R163afdfd4d3546d9"/>
  </p:notesMasterIdLst>
  <p:sldIdLst>
    <p:sldId xmlns:r="http://schemas.openxmlformats.org/officeDocument/2006/relationships" id="256" r:id="Rd1d1bba5430e4c3a"/>
    <p:sldId xmlns:r="http://schemas.openxmlformats.org/officeDocument/2006/relationships" id="257" r:id="Rcda8ae4080ee4b82"/>
    <p:sldId xmlns:r="http://schemas.openxmlformats.org/officeDocument/2006/relationships" id="258" r:id="Ra4cb862fd6534b85"/>
    <p:sldId xmlns:r="http://schemas.openxmlformats.org/officeDocument/2006/relationships" id="259" r:id="R663991f193bf425c"/>
    <p:sldId xmlns:r="http://schemas.openxmlformats.org/officeDocument/2006/relationships" id="260" r:id="R8772fee1f9f84762"/>
    <p:sldId xmlns:r="http://schemas.openxmlformats.org/officeDocument/2006/relationships" id="261" r:id="Ra974817218694c35"/>
    <p:sldId xmlns:r="http://schemas.openxmlformats.org/officeDocument/2006/relationships" id="262" r:id="Rc41b3dc5a44248ad"/>
    <p:sldId xmlns:r="http://schemas.openxmlformats.org/officeDocument/2006/relationships" id="263" r:id="Rdcc7b9c57b9a43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fd3ed984b34553" /><Relationship Type="http://schemas.openxmlformats.org/officeDocument/2006/relationships/slideMaster" Target="/ppt/slideMasters/slideMaster1.xml" Id="R03dab903d93f43b4" /><Relationship Type="http://schemas.openxmlformats.org/officeDocument/2006/relationships/notesMaster" Target="/ppt/notesMasters/notesMaster1.xml" Id="R163afdfd4d3546d9" /><Relationship Type="http://schemas.openxmlformats.org/officeDocument/2006/relationships/presProps" Target="/ppt/presProps.xml" Id="R7094e8c2e6d24d8a" /><Relationship Type="http://schemas.openxmlformats.org/officeDocument/2006/relationships/tableStyles" Target="/ppt/tableStyles.xml" Id="R8c3d09ef4ed14dec" /><Relationship Type="http://schemas.openxmlformats.org/officeDocument/2006/relationships/slide" Target="/ppt/slides/slide1.xml" Id="Rd1d1bba5430e4c3a" /><Relationship Type="http://schemas.openxmlformats.org/officeDocument/2006/relationships/slide" Target="/ppt/slides/slide2.xml" Id="Rcda8ae4080ee4b82" /><Relationship Type="http://schemas.openxmlformats.org/officeDocument/2006/relationships/slide" Target="/ppt/slides/slide3.xml" Id="Ra4cb862fd6534b85" /><Relationship Type="http://schemas.openxmlformats.org/officeDocument/2006/relationships/slide" Target="/ppt/slides/slide4.xml" Id="R663991f193bf425c" /><Relationship Type="http://schemas.openxmlformats.org/officeDocument/2006/relationships/slide" Target="/ppt/slides/slide5.xml" Id="R8772fee1f9f84762" /><Relationship Type="http://schemas.openxmlformats.org/officeDocument/2006/relationships/slide" Target="/ppt/slides/slide6.xml" Id="Ra974817218694c35" /><Relationship Type="http://schemas.openxmlformats.org/officeDocument/2006/relationships/slide" Target="/ppt/slides/slide7.xml" Id="Rc41b3dc5a44248ad" /><Relationship Type="http://schemas.openxmlformats.org/officeDocument/2006/relationships/slide" Target="/ppt/slides/slide8.xml" Id="Rdcc7b9c57b9a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5a1da93a0241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1795ab45ab4e55" /><Relationship Type="http://schemas.openxmlformats.org/officeDocument/2006/relationships/notesMaster" Target="/ppt/notesMasters/notesMaster1.xml" Id="R3a3b2aa4c2a04e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860df74ec44a34" /><Relationship Type="http://schemas.openxmlformats.org/officeDocument/2006/relationships/notesMaster" Target="/ppt/notesMasters/notesMaster1.xml" Id="Re01c21e6600a4f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130431dc73412c" /><Relationship Type="http://schemas.openxmlformats.org/officeDocument/2006/relationships/notesMaster" Target="/ppt/notesMasters/notesMaster1.xml" Id="Rfb4e8142206d43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b55aea26e1422a" /><Relationship Type="http://schemas.openxmlformats.org/officeDocument/2006/relationships/notesMaster" Target="/ppt/notesMasters/notesMaster1.xml" Id="Rb7da4495972340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2c342377354016" /><Relationship Type="http://schemas.openxmlformats.org/officeDocument/2006/relationships/notesMaster" Target="/ppt/notesMasters/notesMaster1.xml" Id="R79a713a24a3a4d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adf565fdba4d6b" /><Relationship Type="http://schemas.openxmlformats.org/officeDocument/2006/relationships/notesMaster" Target="/ppt/notesMasters/notesMaster1.xml" Id="R425846e2cbdf4c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5056f91f044f49" /><Relationship Type="http://schemas.openxmlformats.org/officeDocument/2006/relationships/notesMaster" Target="/ppt/notesMasters/notesMaster1.xml" Id="R8d5dd848baf443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7f22a425054a75" /><Relationship Type="http://schemas.openxmlformats.org/officeDocument/2006/relationships/notesMaster" Target="/ppt/notesMasters/notesMaster1.xml" Id="R218705e138ef43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5.3 课时内容</a:t>
            </a:r>
          </a:p>
          <a:p xmlns:a="http://schemas.openxmlformats.org/drawingml/2006/main">
            <a:r>
              <a:t>backend/app/resources/content/question-bank-v1.json#lesson_theory_5_3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5.3 课时内容</a:t>
            </a:r>
          </a:p>
          <a:p xmlns:a="http://schemas.openxmlformats.org/drawingml/2006/main">
            <a:r>
              <a:t>backend/app/resources/content/question-bank-v1.json#lesson_theory_5_3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核心概念：版权标识。结合要点解释定义、适用边界和验证方式。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5.3 课时内容</a:t>
            </a:r>
          </a:p>
          <a:p xmlns:a="http://schemas.openxmlformats.org/drawingml/2006/main">
            <a:r>
              <a:t>backend/app/resources/content/question-bank-v1.json#lesson_theory_5_3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核心概念：接收者指纹。结合要点解释定义、适用边界和验证方式。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5.3 课时内容</a:t>
            </a:r>
          </a:p>
          <a:p xmlns:a="http://schemas.openxmlformats.org/drawingml/2006/main">
            <a:r>
              <a:t>backend/app/resources/content/question-bank-v1.json#lesson_theory_5_3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核心概念：来源追踪。结合要点解释定义、适用边界和验证方式。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5.3 课时内容</a:t>
            </a:r>
          </a:p>
          <a:p xmlns:a="http://schemas.openxmlformats.org/drawingml/2006/main">
            <a:r>
              <a:t>backend/app/resources/content/question-bank-v1.json#lesson_theory_5_3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核心概念：水印隐私与误归因风险。结合要点解释定义、适用边界和验证方式。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5.3 课时内容</a:t>
            </a:r>
          </a:p>
          <a:p xmlns:a="http://schemas.openxmlformats.org/drawingml/2006/main">
            <a:r>
              <a:t>backend/app/resources/content/question-bank-v1.json#lesson_theory_5_3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5.3 课时内容</a:t>
            </a:r>
          </a:p>
          <a:p xmlns:a="http://schemas.openxmlformats.org/drawingml/2006/main">
            <a:r>
              <a:t>backend/app/resources/content/question-bank-v1.json#lesson_theory_5_3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5.3 课时内容</a:t>
            </a:r>
          </a:p>
          <a:p xmlns:a="http://schemas.openxmlformats.org/drawingml/2006/main">
            <a:r>
              <a:t>backend/app/resources/content/question-bank-v1.json#lesson_theory_5_3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14ab9a6094b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5a7e063e634d67" /><Relationship Type="http://schemas.openxmlformats.org/officeDocument/2006/relationships/slideLayout" Target="/ppt/slideLayouts/slideLayout1.xml" Id="R6484097b62cc41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4097b62cc41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95a032c294f46" /><Relationship Type="http://schemas.openxmlformats.org/officeDocument/2006/relationships/image" Target="/ppt/media/image.png" Id="Rffae5c93ba0d446d" /><Relationship Type="http://schemas.openxmlformats.org/officeDocument/2006/relationships/notesSlide" Target="/ppt/notesSlides/notesSlide1.xml" Id="Rd6e316ba789745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dc125f97845b3" /><Relationship Type="http://schemas.openxmlformats.org/officeDocument/2006/relationships/notesSlide" Target="/ppt/notesSlides/notesSlide2.xml" Id="R04aefe41a06f4c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25481bf8049ad" /><Relationship Type="http://schemas.openxmlformats.org/officeDocument/2006/relationships/notesSlide" Target="/ppt/notesSlides/notesSlide3.xml" Id="Rb0159d28a769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72d667478407b" /><Relationship Type="http://schemas.openxmlformats.org/officeDocument/2006/relationships/notesSlide" Target="/ppt/notesSlides/notesSlide4.xml" Id="Re7dfd7e315b54f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ac6ded3ed46ce" /><Relationship Type="http://schemas.openxmlformats.org/officeDocument/2006/relationships/notesSlide" Target="/ppt/notesSlides/notesSlide5.xml" Id="Ra8c9c94f96c645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b3f5a5653467a" /><Relationship Type="http://schemas.openxmlformats.org/officeDocument/2006/relationships/notesSlide" Target="/ppt/notesSlides/notesSlide6.xml" Id="Ra74b317b468e45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ab5c056a1484a" /><Relationship Type="http://schemas.openxmlformats.org/officeDocument/2006/relationships/notesSlide" Target="/ppt/notesSlides/notesSlide7.xml" Id="R2ecf3383579e47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190b71ed14186" /><Relationship Type="http://schemas.openxmlformats.org/officeDocument/2006/relationships/notesSlide" Target="/ppt/notesSlides/notesSlide8.xml" Id="R5d738d18888040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e5c93ba0d446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A6F8B-5214-4FDB-B454-0B426DB2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5 章  ·  5.3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BBF6A-ABA0-48AB-88E7-FB5407D9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水印应用场景：版权保护、身份验证、内容追踪、隐私保护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AF362-85FF-4A4C-900B-7C84CA89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DFEA0-A0EF-43D7-B03A-21E9B694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597802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C01DE-06B1-42C4-9AE4-2E1FB584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DA1A6-3D5D-4306-B9E9-B4C2D1E7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5.3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0186F-4C5A-4262-B3BD-64E0F209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C2889-8882-4713-A743-BEC9C4F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能够为版权保护、身份验证、内容追踪和隐私保护场景选择水印载荷。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能够识别水印证据的局限并配置访问、审计和法律证据辅助措施。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4D39F-25A4-4C94-B5D0-0723A9E2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A08E4-2E1D-495E-969E-BCDF5BC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版权标识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接收者指纹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来源追踪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水印隐私与误归因风险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E9F16-1869-4C84-8EAC-961D8F4E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5.3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B25CF-906F-44D1-9062-C0F0803B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41544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CBCC9-704B-4918-A513-7714838D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0E6CC-3299-481B-A9CE-865C34B7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版权标识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51939-E425-4700-BBCD-A0130A00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版权水印把权利人、作品编号或授权范围与数字内容绑定，用于声明权属和辅助举证。它不能自动证明所有权成立，仍需创作记录、合同和发布时间等证据支持。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C0108-E6D8-40AE-B478-0231465F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载荷使用稳定的作品或授权标识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公开水印与隐形水印可承担不同功能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版本派生时维护权利信息链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避免嵌入超出必要范围的个人信息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C4C00-29EF-44B2-92CD-CFF927AA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37F49-F649-4407-9ECB-EB945908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02210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3221B-6DAD-4671-9326-17DB7495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896B3-95FA-4A71-ABC6-F95FEEE4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接收者指纹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3C5D4-C692-4BC9-8130-3925FA89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接收者指纹为每份交付内容嵌入不同标识，从泄露样本中定位可能的分发路径。设计需防止多名接收者比较副本后合谋消除差异，也要防止单一检测结果直接造成误判。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E1931-ED6B-4C19-ADBE-858B2B29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每次交付记录指纹与接收对象映射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映射表采用分权访问和审计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采用抗合谋编码提升抵抗能力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追责前与下载和访问日志交叉核验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F43DA-F824-468E-A552-46296103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34603-7E8C-4D56-AD6E-ECD61DA6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068735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51083-756D-4B98-80CD-0BB5CF4E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62EC4-A151-4B2E-AD50-93AF25E1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来源追踪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564A6-D503-4289-BA52-86AC533E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来源追踪通过水印、文件摘要、交付记录和日志重建内容流转路径。水印提供的是线索而非完整因果关系，时间、主体和文件版本必须相互印证。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96541-AE5E-4CC6-A8D1-F0CA0BE0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为每次生成和交付分配唯一编号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记录父版本与派生版本关系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提取时先固定样本并计算摘要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建立从生成到发现的连续证据链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32C52-4CA5-4047-81D2-37CAB6C5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03638-F983-440D-9C66-1C9C857E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52583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9E64B-E3D0-4F38-BDCF-E2232DBE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CDC7D-8244-4C6A-A6B2-94E50AB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水印隐私与误归因风险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5530C-1804-4EC3-9127-4F1BD30E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水印可能携带人员标识、设备信息或交付关系，若未保护会形成新的隐私泄露。水印可被复制到其他载体或遭误检，因此使用结果时必须控制访问并评估误归因。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57497-646A-4E17-922B-C4645EFB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载荷优先使用不可直接识人的随机标识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映射关系独立加密存储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对复制和伪造水印开展负向测试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不得只凭一次提取结果作纪律结论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ED1C5-7C72-4671-AEB3-DB16B450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A815F-8161-4EBF-8F27-6322E4B8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51461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51999-082E-4D54-BF15-4F3B6159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69FCB-70E1-42CC-B613-D367C1F4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ED7D5-219E-4AA9-B0B3-A78D2A8E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面向不同单位导出的统计报告嵌入唯一批次号，泄露后可辅助追踪，但调查仍结合下载日志、文件摘要和审批记录，避免只凭水印定责。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3F0A7-CF06-4907-A511-C68E4015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8027C-5CCA-4B37-AA0C-C5EE334F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02ADE-4C3E-4516-B3F6-D2F39DB5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5.3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220E1-8C7E-4DD6-A1D5-BB81C4D4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618777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8539B-1D77-42B7-8B0D-773DDCE3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F8782-F00C-4AD4-B967-3F2265C9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为什么提取到水印不能单独完成责任认定？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A4D0D-6536-40F2-B50B-732C65FE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2AF1B-86A4-4BB8-A0EE-43F93C3C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水印可能被复制、篡改或误读，需要与访问日志、文件哈希、审批和流转记录交叉验证。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6D4F1-AB71-4249-8FC2-971824D8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5.3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E8BC7-17A3-4F35-9F96-D800E120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10960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2026-09-21T18:11:09.5660000Z</dcterms:created>
  <dcterms:modified xsi:type="dcterms:W3CDTF">2026-09-21T18:11:09.5660000Z</dcterms:modified>
</coreProperties>
</file>