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7b122ba26e4879" /><Relationship Type="http://schemas.openxmlformats.org/officeDocument/2006/relationships/extended-properties" Target="/docProps/app.xml" Id="R257820fd8245446e" /><Relationship Type="http://schemas.openxmlformats.org/officeDocument/2006/relationships/officeDocument" Target="/ppt/presentation.xml" Id="R24489388774a4c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fa3d04f3c497f"/>
  </p:sldMasterIdLst>
  <p:notesMasterIdLst>
    <p:notesMasterId xmlns:r="http://schemas.openxmlformats.org/officeDocument/2006/relationships" r:id="Raeba08847ec4445c"/>
  </p:notesMasterIdLst>
  <p:sldIdLst>
    <p:sldId xmlns:r="http://schemas.openxmlformats.org/officeDocument/2006/relationships" id="256" r:id="R71818608aa764eae"/>
    <p:sldId xmlns:r="http://schemas.openxmlformats.org/officeDocument/2006/relationships" id="257" r:id="Rd8a5feb814844d5a"/>
    <p:sldId xmlns:r="http://schemas.openxmlformats.org/officeDocument/2006/relationships" id="258" r:id="R1a83b8f056b6440f"/>
    <p:sldId xmlns:r="http://schemas.openxmlformats.org/officeDocument/2006/relationships" id="259" r:id="R9256546eee8e4ccf"/>
    <p:sldId xmlns:r="http://schemas.openxmlformats.org/officeDocument/2006/relationships" id="260" r:id="R5a4e2a0598df4604"/>
    <p:sldId xmlns:r="http://schemas.openxmlformats.org/officeDocument/2006/relationships" id="261" r:id="Rb8f67d48d11d4946"/>
    <p:sldId xmlns:r="http://schemas.openxmlformats.org/officeDocument/2006/relationships" id="262" r:id="Rbf5b165016ef411d"/>
    <p:sldId xmlns:r="http://schemas.openxmlformats.org/officeDocument/2006/relationships" id="263" r:id="R6ebaf72dd57a48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fba72605624ea5" /><Relationship Type="http://schemas.openxmlformats.org/officeDocument/2006/relationships/slideMaster" Target="/ppt/slideMasters/slideMaster1.xml" Id="Ra1bfa3d04f3c497f" /><Relationship Type="http://schemas.openxmlformats.org/officeDocument/2006/relationships/notesMaster" Target="/ppt/notesMasters/notesMaster1.xml" Id="Raeba08847ec4445c" /><Relationship Type="http://schemas.openxmlformats.org/officeDocument/2006/relationships/presProps" Target="/ppt/presProps.xml" Id="R2ae398727f59436b" /><Relationship Type="http://schemas.openxmlformats.org/officeDocument/2006/relationships/tableStyles" Target="/ppt/tableStyles.xml" Id="Rbd00c5b88e2c4288" /><Relationship Type="http://schemas.openxmlformats.org/officeDocument/2006/relationships/slide" Target="/ppt/slides/slide1.xml" Id="R71818608aa764eae" /><Relationship Type="http://schemas.openxmlformats.org/officeDocument/2006/relationships/slide" Target="/ppt/slides/slide2.xml" Id="Rd8a5feb814844d5a" /><Relationship Type="http://schemas.openxmlformats.org/officeDocument/2006/relationships/slide" Target="/ppt/slides/slide3.xml" Id="R1a83b8f056b6440f" /><Relationship Type="http://schemas.openxmlformats.org/officeDocument/2006/relationships/slide" Target="/ppt/slides/slide4.xml" Id="R9256546eee8e4ccf" /><Relationship Type="http://schemas.openxmlformats.org/officeDocument/2006/relationships/slide" Target="/ppt/slides/slide5.xml" Id="R5a4e2a0598df4604" /><Relationship Type="http://schemas.openxmlformats.org/officeDocument/2006/relationships/slide" Target="/ppt/slides/slide6.xml" Id="Rb8f67d48d11d4946" /><Relationship Type="http://schemas.openxmlformats.org/officeDocument/2006/relationships/slide" Target="/ppt/slides/slide7.xml" Id="Rbf5b165016ef411d" /><Relationship Type="http://schemas.openxmlformats.org/officeDocument/2006/relationships/slide" Target="/ppt/slides/slide8.xml" Id="R6ebaf72dd57a48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b156505af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8f40968a04f12" /><Relationship Type="http://schemas.openxmlformats.org/officeDocument/2006/relationships/notesMaster" Target="/ppt/notesMasters/notesMaster1.xml" Id="R311e0b05a46a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922a0fd904b92" /><Relationship Type="http://schemas.openxmlformats.org/officeDocument/2006/relationships/notesMaster" Target="/ppt/notesMasters/notesMaster1.xml" Id="Rc11b2da49eb6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cbb495c874ba6" /><Relationship Type="http://schemas.openxmlformats.org/officeDocument/2006/relationships/notesMaster" Target="/ppt/notesMasters/notesMaster1.xml" Id="Re0afafd111f1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90d4d3dcc450f" /><Relationship Type="http://schemas.openxmlformats.org/officeDocument/2006/relationships/notesMaster" Target="/ppt/notesMasters/notesMaster1.xml" Id="Re005c8ee44f2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3b08e39bd439f" /><Relationship Type="http://schemas.openxmlformats.org/officeDocument/2006/relationships/notesMaster" Target="/ppt/notesMasters/notesMaster1.xml" Id="R01ae593015a5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63563c43d948b6" /><Relationship Type="http://schemas.openxmlformats.org/officeDocument/2006/relationships/notesMaster" Target="/ppt/notesMasters/notesMaster1.xml" Id="R2d09bd663872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8575a09d2483a" /><Relationship Type="http://schemas.openxmlformats.org/officeDocument/2006/relationships/notesMaster" Target="/ppt/notesMasters/notesMaster1.xml" Id="R841ef9d304024d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50fbb93e64098" /><Relationship Type="http://schemas.openxmlformats.org/officeDocument/2006/relationships/notesMaster" Target="/ppt/notesMasters/notesMaster1.xml" Id="R50ad557cffcd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核心概念：RPO（恢复点目标）。结合要点解释定义、适用边界和验证方式。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核心概念：RTO（恢复时间目标）。结合要点解释定义、适用边界和验证方式。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核心概念：业务影响分析。结合要点解释定义、适用边界和验证方式。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核心概念：备份与容灾边界。结合要点解释定义、适用边界和验证方式。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6.1 课时内容</a:t>
            </a:r>
          </a:p>
          <a:p xmlns:a="http://schemas.openxmlformats.org/drawingml/2006/main">
            <a:r>
              <a:t>backend/app/resources/content/question-bank-v1.json#lesson_theory_6_1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66cb042d04c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a4c43b7b14bb2" /><Relationship Type="http://schemas.openxmlformats.org/officeDocument/2006/relationships/slideLayout" Target="/ppt/slideLayouts/slideLayout1.xml" Id="R89b5bbfe2d1842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b5bbfe2d1842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3cab3a3904a6d" /><Relationship Type="http://schemas.openxmlformats.org/officeDocument/2006/relationships/image" Target="/ppt/media/image.png" Id="R602d0bb353044145" /><Relationship Type="http://schemas.openxmlformats.org/officeDocument/2006/relationships/notesSlide" Target="/ppt/notesSlides/notesSlide1.xml" Id="R9cdad3ab6da9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33d5b201548fc" /><Relationship Type="http://schemas.openxmlformats.org/officeDocument/2006/relationships/notesSlide" Target="/ppt/notesSlides/notesSlide2.xml" Id="Re4ebd4e4f23c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9b55b89641f7" /><Relationship Type="http://schemas.openxmlformats.org/officeDocument/2006/relationships/notesSlide" Target="/ppt/notesSlides/notesSlide3.xml" Id="Re3859b4d1b12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413955aba4822" /><Relationship Type="http://schemas.openxmlformats.org/officeDocument/2006/relationships/notesSlide" Target="/ppt/notesSlides/notesSlide4.xml" Id="Ra00a9bf83e23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345d7953404c" /><Relationship Type="http://schemas.openxmlformats.org/officeDocument/2006/relationships/notesSlide" Target="/ppt/notesSlides/notesSlide5.xml" Id="R67822ec615a0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38cf70c8b4a60" /><Relationship Type="http://schemas.openxmlformats.org/officeDocument/2006/relationships/notesSlide" Target="/ppt/notesSlides/notesSlide6.xml" Id="Re69d484da72c4f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b597263a4148" /><Relationship Type="http://schemas.openxmlformats.org/officeDocument/2006/relationships/notesSlide" Target="/ppt/notesSlides/notesSlide7.xml" Id="Rdc49851586f448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470fecc45425f" /><Relationship Type="http://schemas.openxmlformats.org/officeDocument/2006/relationships/notesSlide" Target="/ppt/notesSlides/notesSlide8.xml" Id="R87c74aa4c0f148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d0bb3530441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1F3E6-1C94-496C-9234-DDFFE52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6 章  ·  6.1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AD91E-34CA-4DD0-A1A9-A346D482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数据容灾备份概念与核心指标：RPO（恢复点目标） / RTO（恢复时间目标）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CBE3F-5832-4BB5-B607-37500E7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BDFBA-0DA7-4F91-91C9-0E979DE5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34149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514F6-2CBD-433E-94FC-4FD2E4BF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49131-9B0B-45A4-BEDF-0E0BAA5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6.1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C43C2-815F-4177-8416-CC9A75C3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0D661-AA6D-475E-AB25-0D79CFD3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能够解释 RPO（恢复点目标）和 RTO（恢复时间目标）分别约束可接受的数据损失与恢复时长。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能够从业务影响出发为不同系统确定备份频率和恢复优先级。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CDD1-F165-45E8-892E-FEA08FC8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366CF-7F01-49DA-95F4-F55B69CC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RPO（恢复点目标）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RTO（恢复时间目标）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业务影响分析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备份与容灾边界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EC4C0-5940-46D9-9963-9DF4A19F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9A221-CDCC-498F-A2C6-C9A5A885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65202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73C5E-E179-43DA-8863-69DC0D62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E1E37-38C3-4921-ABBC-9FDE547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RPO（恢复点目标）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9490-D9AF-43CE-888C-3D7E8D55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RPO（恢复点目标）表示中断后最多允许丢失多长时间的数据，以最后一个可恢复时间点衡量。它主要决定备份或复制频率，数值越小通常成本和技术要求越高。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E606B-EBC3-46CE-B7C2-83795C0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按业务交易丢失的可接受程度设定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备份间隔不得天然等同于已达成的恢复点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异步复制仍可能存在未落盘数据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演练时核对实际恢复数据的时间戳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4D0C-47B3-411D-8597-BF41679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6B300-E325-4652-9AF6-3BA9AAB8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63451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78DA9-6D85-4525-9F62-FBA9D6B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85818-4306-45FA-8B23-A882897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RTO（恢复时间目标）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5C2F-B9A8-4816-84DE-6C01E1B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RTO（恢复时间目标）表示从中断发生到关键业务恢复可用所允许的最长时间。它涵盖发现、决策、资源准备、数据恢复、验证和业务切换，不只是复制文件耗时。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3B249-5169-4BA0-A761-DBD1CC7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为不同业务功能设置分层目标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依赖系统恢复时间要计入总体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人工审批和人员到位也会影响结果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演练记录实际恢复时长与偏差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419C0-1947-480D-9856-FF941E26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B12C1-CA13-43A7-A581-0DBE810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56271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4A52-A497-4E6D-BB30-65A4F60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8560-58F0-4F79-9AB1-56C696B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业务影响分析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2C286-D6A2-42DD-8B0D-805E80BA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业务影响分析识别中断随时间扩大造成的运营、合规、财务和声誉后果。它为恢复优先级、RPO（恢复点目标）和 RTO（恢复时间目标）提供业务依据，而不是由技术部门单独估计。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A30F3-17F3-4A1B-9740-34B2FE8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访谈业务负责人确认关键流程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识别流程所依赖的数据、系统和人员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评估不同中断时长的损失变化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确定最低可接受服务水平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72267-C653-445B-AC15-FD97DEA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37D11-D866-469F-9932-F39D8041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28737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7B5E9-CB6F-4098-9090-E509369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8FED-A69E-4C0F-8998-82A912A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备份与容灾边界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C94A4-62A0-4794-9DB4-3BC54D6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备份保存可恢复的数据副本，容灾还需提供计算、网络、身份和依赖服务以恢复业务。只有备份文件而没有重建环境和切换流程，不能满足完整的连续性要求。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A17E3-BD66-4C80-8DEA-5EE950A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备份用于应对误删、损坏和历史回退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容灾解决站点或系统级中断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两者都要防范勒索软件同时破坏副本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恢复后必须执行业务一致性验证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89B69-3DCE-4050-A9FE-D9F630B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ADFED-0E3C-4379-A6F5-9A0B994B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5207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076C9-E105-4694-A976-1264E4C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B3BBF-A519-4587-A15D-1E28A13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0A05-642F-4824-9379-583D3E8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在线考试系统要求 RPO（恢复点目标）5分钟、RTO（恢复时间目标）30分钟，而历史资料库可接受更长指标，因此采用不同备份和恢复方案。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A0D88-0294-471C-868D-C65E13B6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83AC-DFDC-4C9B-A872-09BA97E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31040-75A9-44BD-82A3-99E6707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372BE-613D-4445-8FD4-42CB9666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26578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CC022-C02F-48FE-8B9E-1C497F7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F6DFE-0AD1-49DA-961B-6971328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业务允许最多丢失15分钟数据，对应哪个指标？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61086-3232-407C-854E-06895C7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0F2F7-3494-4226-9409-E0010CE2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RPO（恢复点目标），它描述恢复后可接受回退到多早的数据时间点。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704C8-845A-4556-AF2A-E08B4CB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6.1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7BE1D-9BE3-4705-9EA0-A96BA6B6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03570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2026-09-21T18:11:26.1740000Z</dcterms:created>
  <dcterms:modified xsi:type="dcterms:W3CDTF">2026-09-21T18:11:26.1740000Z</dcterms:modified>
</coreProperties>
</file>