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db8e7e380c46e9" /><Relationship Type="http://schemas.openxmlformats.org/officeDocument/2006/relationships/extended-properties" Target="/docProps/app.xml" Id="Raa1c6f048f1446de" /><Relationship Type="http://schemas.openxmlformats.org/officeDocument/2006/relationships/officeDocument" Target="/ppt/presentation.xml" Id="R70607e8478c747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a28a42474411e"/>
  </p:sldMasterIdLst>
  <p:notesMasterIdLst>
    <p:notesMasterId xmlns:r="http://schemas.openxmlformats.org/officeDocument/2006/relationships" r:id="R578ac46e4f004daf"/>
  </p:notesMasterIdLst>
  <p:sldIdLst>
    <p:sldId xmlns:r="http://schemas.openxmlformats.org/officeDocument/2006/relationships" id="256" r:id="R17fa342423c74b57"/>
    <p:sldId xmlns:r="http://schemas.openxmlformats.org/officeDocument/2006/relationships" id="257" r:id="Ra96f657d8bdf4f2d"/>
    <p:sldId xmlns:r="http://schemas.openxmlformats.org/officeDocument/2006/relationships" id="258" r:id="R7746f731feb6403e"/>
    <p:sldId xmlns:r="http://schemas.openxmlformats.org/officeDocument/2006/relationships" id="259" r:id="Rfc8615848dd24c8b"/>
    <p:sldId xmlns:r="http://schemas.openxmlformats.org/officeDocument/2006/relationships" id="260" r:id="R93977eb236be4869"/>
    <p:sldId xmlns:r="http://schemas.openxmlformats.org/officeDocument/2006/relationships" id="261" r:id="R278f9629f9554d15"/>
    <p:sldId xmlns:r="http://schemas.openxmlformats.org/officeDocument/2006/relationships" id="262" r:id="R0078526e5d1f4e11"/>
    <p:sldId xmlns:r="http://schemas.openxmlformats.org/officeDocument/2006/relationships" id="263" r:id="Rfa5c2c975dd747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d96d426a844687" /><Relationship Type="http://schemas.openxmlformats.org/officeDocument/2006/relationships/slideMaster" Target="/ppt/slideMasters/slideMaster1.xml" Id="Rc6ea28a42474411e" /><Relationship Type="http://schemas.openxmlformats.org/officeDocument/2006/relationships/notesMaster" Target="/ppt/notesMasters/notesMaster1.xml" Id="R578ac46e4f004daf" /><Relationship Type="http://schemas.openxmlformats.org/officeDocument/2006/relationships/presProps" Target="/ppt/presProps.xml" Id="Rd7fb1dd9fca141dd" /><Relationship Type="http://schemas.openxmlformats.org/officeDocument/2006/relationships/tableStyles" Target="/ppt/tableStyles.xml" Id="R36f5d17ce48e4acc" /><Relationship Type="http://schemas.openxmlformats.org/officeDocument/2006/relationships/slide" Target="/ppt/slides/slide1.xml" Id="R17fa342423c74b57" /><Relationship Type="http://schemas.openxmlformats.org/officeDocument/2006/relationships/slide" Target="/ppt/slides/slide2.xml" Id="Ra96f657d8bdf4f2d" /><Relationship Type="http://schemas.openxmlformats.org/officeDocument/2006/relationships/slide" Target="/ppt/slides/slide3.xml" Id="R7746f731feb6403e" /><Relationship Type="http://schemas.openxmlformats.org/officeDocument/2006/relationships/slide" Target="/ppt/slides/slide4.xml" Id="Rfc8615848dd24c8b" /><Relationship Type="http://schemas.openxmlformats.org/officeDocument/2006/relationships/slide" Target="/ppt/slides/slide5.xml" Id="R93977eb236be4869" /><Relationship Type="http://schemas.openxmlformats.org/officeDocument/2006/relationships/slide" Target="/ppt/slides/slide6.xml" Id="R278f9629f9554d15" /><Relationship Type="http://schemas.openxmlformats.org/officeDocument/2006/relationships/slide" Target="/ppt/slides/slide7.xml" Id="R0078526e5d1f4e11" /><Relationship Type="http://schemas.openxmlformats.org/officeDocument/2006/relationships/slide" Target="/ppt/slides/slide8.xml" Id="Rfa5c2c975dd7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c4b34695a2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f8cdce989145cb" /><Relationship Type="http://schemas.openxmlformats.org/officeDocument/2006/relationships/notesMaster" Target="/ppt/notesMasters/notesMaster1.xml" Id="R2e5a13a46d90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12f6fbcd424c94" /><Relationship Type="http://schemas.openxmlformats.org/officeDocument/2006/relationships/notesMaster" Target="/ppt/notesMasters/notesMaster1.xml" Id="R09d4a30a796e40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7ba3e6f86b4a17" /><Relationship Type="http://schemas.openxmlformats.org/officeDocument/2006/relationships/notesMaster" Target="/ppt/notesMasters/notesMaster1.xml" Id="Re107372e044a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fa8a6a1774417e" /><Relationship Type="http://schemas.openxmlformats.org/officeDocument/2006/relationships/notesMaster" Target="/ppt/notesMasters/notesMaster1.xml" Id="Rbf326013fb92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81bdf675f41be" /><Relationship Type="http://schemas.openxmlformats.org/officeDocument/2006/relationships/notesMaster" Target="/ppt/notesMasters/notesMaster1.xml" Id="Rfda84818abf2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42a11e2084442" /><Relationship Type="http://schemas.openxmlformats.org/officeDocument/2006/relationships/notesMaster" Target="/ppt/notesMasters/notesMaster1.xml" Id="Rd250a46813f7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765f3ba1d4747" /><Relationship Type="http://schemas.openxmlformats.org/officeDocument/2006/relationships/notesMaster" Target="/ppt/notesMasters/notesMaster1.xml" Id="R7aa092a1c2ec4b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bab8a8151347e1" /><Relationship Type="http://schemas.openxmlformats.org/officeDocument/2006/relationships/notesMaster" Target="/ppt/notesMasters/notesMaster1.xml" Id="R7bce1bce26ed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核心概念：处理目的与合法性基础。结合要点解释定义、适用边界和验证方式。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核心概念：最小必要范围。结合要点解释定义、适用边界和验证方式。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核心概念：接收方安全责任。结合要点解释定义、适用边界和验证方式。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核心概念：跨境流动风险评估。结合要点解释定义、适用边界和验证方式。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1.2 课时内容</a:t>
            </a:r>
          </a:p>
          <a:p xmlns:a="http://schemas.openxmlformats.org/drawingml/2006/main">
            <a:r>
              <a:t>backend/app/resources/content/question-bank-v1.json#lesson_theory_1_2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9eaebd6b7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1b6d5ab9a4a99" /><Relationship Type="http://schemas.openxmlformats.org/officeDocument/2006/relationships/slideLayout" Target="/ppt/slideLayouts/slideLayout1.xml" Id="R993ee565b1b1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3ee565b1b1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615118374b5d" /><Relationship Type="http://schemas.openxmlformats.org/officeDocument/2006/relationships/image" Target="/ppt/media/image.png" Id="Rceff35e4e9a74fd6" /><Relationship Type="http://schemas.openxmlformats.org/officeDocument/2006/relationships/notesSlide" Target="/ppt/notesSlides/notesSlide1.xml" Id="Rc8d110a85389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4ed91b44241e7" /><Relationship Type="http://schemas.openxmlformats.org/officeDocument/2006/relationships/notesSlide" Target="/ppt/notesSlides/notesSlide2.xml" Id="R43f9b8b838d3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11f346c14023" /><Relationship Type="http://schemas.openxmlformats.org/officeDocument/2006/relationships/notesSlide" Target="/ppt/notesSlides/notesSlide3.xml" Id="R8a09cbd0377f4b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34ba82ac40c6" /><Relationship Type="http://schemas.openxmlformats.org/officeDocument/2006/relationships/notesSlide" Target="/ppt/notesSlides/notesSlide4.xml" Id="Re2ff3875021f42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9406d0bc437a" /><Relationship Type="http://schemas.openxmlformats.org/officeDocument/2006/relationships/notesSlide" Target="/ppt/notesSlides/notesSlide5.xml" Id="R7b2479b036a845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26b8832e24100" /><Relationship Type="http://schemas.openxmlformats.org/officeDocument/2006/relationships/notesSlide" Target="/ppt/notesSlides/notesSlide6.xml" Id="Rda8547a1354742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1267aec049a1" /><Relationship Type="http://schemas.openxmlformats.org/officeDocument/2006/relationships/notesSlide" Target="/ppt/notesSlides/notesSlide7.xml" Id="Rb4af14db30f047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87ac5cc4f4cd1" /><Relationship Type="http://schemas.openxmlformats.org/officeDocument/2006/relationships/notesSlide" Target="/ppt/notesSlides/notesSlide8.xml" Id="Re920c05d3c05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f35e4e9a74f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4C0BE-8848-4F36-B574-0F78DAF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1 章  ·  1.2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1252-5BE0-4DE9-A95B-2063966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典型数据处理场景：开发利用、共享交易、跨境流动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21F94-93FD-4B11-A6F6-843727F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9DBC-0EC4-425F-8FCF-0E8D9F70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645864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D4E0B-AD0F-46D1-B932-B77B836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1763-18A4-4479-BFFD-2CAF33B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1.2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F4369-713C-42F0-A55B-78F8B5AE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3165E-C416-411F-A0C4-CE972FA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能够识别数据开发利用、共享交易和跨境流动中的参与方、目的与数据范围。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能够依据最小必要原则为不同流转场景提出授权、传输、留存和退出控制。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3AC84-9F77-445B-B61E-A9D78E8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4542A-DA81-40B7-8CA7-71A6784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处理目的与合法性基础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最小必要范围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接收方安全责任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跨境流动风险评估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B1789-E38A-4C09-9590-BCBA3B7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16D32-4393-4D37-9836-7089F8F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5063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00B17-6FDF-4820-B10E-D2C0595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E6279-093B-4E2A-B8AA-8F564CDC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处理目的与合法性基础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E5D87-02E0-44F0-9119-EB11E64D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处理目的界定为什么收集和使用数据，合法性基础决定该处理是否具有法律或授权依据。目的发生实质变化时，应重新评估依据并履行相应告知或授权义务。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999F9-82BB-442C-A95C-2F08181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目的描述应具体到业务活动而非笼统写成运营需要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数据用途不得超出告知和授权边界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新用途要评估兼容性和额外风险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合法性依据及判断过程应可追溯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64324-13A2-4968-B92B-443FB326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994F0-CD01-46C5-BAF9-60486D8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38621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3F68E-FA76-413B-AD40-CB4EE19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89D75-DBC7-415C-B827-0C1067E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最小必要范围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86A82-49EE-41B8-9BF9-D4B09B6E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最小必要要求数据项、人员权限、使用频率和保存期限都不超过实现目的所需。判断时应逐项说明缺少该数据是否仍能完成业务，而不是把可能有用当作必要。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B0CFD-20BB-442F-848A-78A09B47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删除与业务目标无直接关系的字段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按岗位缩小查询和导出范围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保存期限到期后删除或匿名化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定期用实际使用记录复核必要性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B6BC5-7CC5-4DFF-B18B-97FDAE0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81DC1-8F8C-4139-BC2F-6EDF4D5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1459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09A8-40F5-4106-A749-7F0D9F1A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F3215-3A89-474C-B244-08F267FB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接收方安全责任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ABFC9-2C0A-4FAF-BA34-86C75F1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数据交付后，提供方与接收方应分别承担约定范围内的安全责任。责任条款需要落到用途限制、再共享条件、事件通报、返还销毁和审计配合。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4485D-6362-4752-8105-74E0B744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交付前评估接收方的保护能力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协议明确允许用途和禁止行为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要求接收方控制分包与再次提供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合作结束时核验返还或销毁结果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F6A42-BEDD-4C04-99AB-B613989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1EAEC-F236-4C52-8F36-21413BF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46537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66E68-508F-488E-B76E-E0AB9130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4F1A0-FE72-46BF-A280-ABBF8666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跨境流动风险评估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4FE03-3349-4579-9531-2A90AE58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跨境流动会引入不同司法规则、远程访问和后续转移等风险。评估应识别数据类别、数量、接收方、目的、保存地、保护措施及个人权益影响。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55111-010F-4F54-A8A6-8AA0C267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先确认是否构成跨境提供或境外访问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核对适用的申报、认证或合同路径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审查境外接收方和后续接收者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持续监测目的、范围与存储位置变化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07A6-8376-4D84-8152-E501BFB6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A5A65-29AB-45FB-857C-D664F07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7877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86249-6F8D-4642-86CF-EB49ED2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80BCA-C5EE-4645-A811-D4F8F10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B24F3-4F69-43FA-B1BC-4EF99E9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学校向科研合作方提供学生行为样本前，先删除直接身份标识、限定研究用途和保存期限，并约定项目结束后的返还或销毁要求。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BB72-0FA3-4EAA-838B-E5DD5F9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C1CF5-5FBE-4198-ABD0-45B921B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A9E60-55F9-4684-A487-D3434948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1ACD-0ECD-49C2-81B4-593E100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50054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081FA-2B60-4119-9D75-42157C4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8692F-B0C7-4F52-8206-58911DC1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数据共享前应优先确认哪四类事项？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A9F7-7FB3-4EA6-A32A-64598D7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B5D77-EA80-41EC-93E1-D0F8826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处理目的、必要的数据范围、接收方责任以及传输和留存控制。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DEA0-EA61-4165-8AC7-F71D320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1.2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F412A-0C4D-44E4-9CB4-7BF5E3A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05461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2026-09-21T18:09:55.9670000Z</dcterms:created>
  <dcterms:modified xsi:type="dcterms:W3CDTF">2026-09-21T18:09:55.9670000Z</dcterms:modified>
</coreProperties>
</file>