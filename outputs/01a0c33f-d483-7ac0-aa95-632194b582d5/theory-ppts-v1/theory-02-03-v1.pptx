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95fe8ee724ccc" /><Relationship Type="http://schemas.openxmlformats.org/officeDocument/2006/relationships/extended-properties" Target="/docProps/app.xml" Id="R700f2a444ce5477f" /><Relationship Type="http://schemas.openxmlformats.org/officeDocument/2006/relationships/officeDocument" Target="/ppt/presentation.xml" Id="Rcce790957148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cd3b619c34430"/>
  </p:sldMasterIdLst>
  <p:notesMasterIdLst>
    <p:notesMasterId xmlns:r="http://schemas.openxmlformats.org/officeDocument/2006/relationships" r:id="Rd3bed80fb9dc4e04"/>
  </p:notesMasterIdLst>
  <p:sldIdLst>
    <p:sldId xmlns:r="http://schemas.openxmlformats.org/officeDocument/2006/relationships" id="256" r:id="R1988a3b2eeb84328"/>
    <p:sldId xmlns:r="http://schemas.openxmlformats.org/officeDocument/2006/relationships" id="257" r:id="R712998a3b4d74807"/>
    <p:sldId xmlns:r="http://schemas.openxmlformats.org/officeDocument/2006/relationships" id="258" r:id="R7300bb4caf04494b"/>
    <p:sldId xmlns:r="http://schemas.openxmlformats.org/officeDocument/2006/relationships" id="259" r:id="R4c5ffbb372934134"/>
    <p:sldId xmlns:r="http://schemas.openxmlformats.org/officeDocument/2006/relationships" id="260" r:id="R6932de30794b4da8"/>
    <p:sldId xmlns:r="http://schemas.openxmlformats.org/officeDocument/2006/relationships" id="261" r:id="Raa68f0ee44b14950"/>
    <p:sldId xmlns:r="http://schemas.openxmlformats.org/officeDocument/2006/relationships" id="262" r:id="Rd0830fcddc374826"/>
    <p:sldId xmlns:r="http://schemas.openxmlformats.org/officeDocument/2006/relationships" id="263" r:id="R07efa8c54f8349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6e7741a3c4111" /><Relationship Type="http://schemas.openxmlformats.org/officeDocument/2006/relationships/slideMaster" Target="/ppt/slideMasters/slideMaster1.xml" Id="R926cd3b619c34430" /><Relationship Type="http://schemas.openxmlformats.org/officeDocument/2006/relationships/notesMaster" Target="/ppt/notesMasters/notesMaster1.xml" Id="Rd3bed80fb9dc4e04" /><Relationship Type="http://schemas.openxmlformats.org/officeDocument/2006/relationships/presProps" Target="/ppt/presProps.xml" Id="Rcf324f912dac492f" /><Relationship Type="http://schemas.openxmlformats.org/officeDocument/2006/relationships/tableStyles" Target="/ppt/tableStyles.xml" Id="Rccb98067ccaf4c83" /><Relationship Type="http://schemas.openxmlformats.org/officeDocument/2006/relationships/slide" Target="/ppt/slides/slide1.xml" Id="R1988a3b2eeb84328" /><Relationship Type="http://schemas.openxmlformats.org/officeDocument/2006/relationships/slide" Target="/ppt/slides/slide2.xml" Id="R712998a3b4d74807" /><Relationship Type="http://schemas.openxmlformats.org/officeDocument/2006/relationships/slide" Target="/ppt/slides/slide3.xml" Id="R7300bb4caf04494b" /><Relationship Type="http://schemas.openxmlformats.org/officeDocument/2006/relationships/slide" Target="/ppt/slides/slide4.xml" Id="R4c5ffbb372934134" /><Relationship Type="http://schemas.openxmlformats.org/officeDocument/2006/relationships/slide" Target="/ppt/slides/slide5.xml" Id="R6932de30794b4da8" /><Relationship Type="http://schemas.openxmlformats.org/officeDocument/2006/relationships/slide" Target="/ppt/slides/slide6.xml" Id="Raa68f0ee44b14950" /><Relationship Type="http://schemas.openxmlformats.org/officeDocument/2006/relationships/slide" Target="/ppt/slides/slide7.xml" Id="Rd0830fcddc374826" /><Relationship Type="http://schemas.openxmlformats.org/officeDocument/2006/relationships/slide" Target="/ppt/slides/slide8.xml" Id="R07efa8c54f83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37122839c749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87d41e3e154912" /><Relationship Type="http://schemas.openxmlformats.org/officeDocument/2006/relationships/notesMaster" Target="/ppt/notesMasters/notesMaster1.xml" Id="Rb3294131dfc0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a7c0db1e094b18" /><Relationship Type="http://schemas.openxmlformats.org/officeDocument/2006/relationships/notesMaster" Target="/ppt/notesMasters/notesMaster1.xml" Id="R5f9032b95a50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80bf81615a4d37" /><Relationship Type="http://schemas.openxmlformats.org/officeDocument/2006/relationships/notesMaster" Target="/ppt/notesMasters/notesMaster1.xml" Id="R547fe30dc0bf4d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90103c5aa4a90" /><Relationship Type="http://schemas.openxmlformats.org/officeDocument/2006/relationships/notesMaster" Target="/ppt/notesMasters/notesMaster1.xml" Id="Rd45c0871c5d047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cb406ba0b547ce" /><Relationship Type="http://schemas.openxmlformats.org/officeDocument/2006/relationships/notesMaster" Target="/ppt/notesMasters/notesMaster1.xml" Id="R62ba80a9af2b45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b8a77c61d4c85" /><Relationship Type="http://schemas.openxmlformats.org/officeDocument/2006/relationships/notesMaster" Target="/ppt/notesMasters/notesMaster1.xml" Id="R3e34e9f04fe74a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b601d04a7548bc" /><Relationship Type="http://schemas.openxmlformats.org/officeDocument/2006/relationships/notesMaster" Target="/ppt/notesMasters/notesMaster1.xml" Id="Rce3c54bf901e48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7c309690284ae0" /><Relationship Type="http://schemas.openxmlformats.org/officeDocument/2006/relationships/notesMaster" Target="/ppt/notesMasters/notesMaster1.xml" Id="R104fb8c006c94b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核心概念：数据资产盘点。结合要点解释定义、适用边界和验证方式。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核心概念：定级依据。结合要点解释定义、适用边界和验证方式。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核心概念：控制措施映射。结合要点解释定义、适用边界和验证方式。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核心概念：变更与复核记录。结合要点解释定义、适用边界和验证方式。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2.3 课时内容</a:t>
            </a:r>
          </a:p>
          <a:p xmlns:a="http://schemas.openxmlformats.org/drawingml/2006/main">
            <a:r>
              <a:t>backend/app/resources/content/question-bank-v1.json#lesson_theory_2_3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e50c517b6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0378e40f8479f" /><Relationship Type="http://schemas.openxmlformats.org/officeDocument/2006/relationships/slideLayout" Target="/ppt/slideLayouts/slideLayout1.xml" Id="Rede274445b5140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e274445b5140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058679055480a" /><Relationship Type="http://schemas.openxmlformats.org/officeDocument/2006/relationships/image" Target="/ppt/media/image.png" Id="Rbf6bfee71892438a" /><Relationship Type="http://schemas.openxmlformats.org/officeDocument/2006/relationships/notesSlide" Target="/ppt/notesSlides/notesSlide1.xml" Id="Ra87dcd7bd6c44d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0eaa4bf67480e" /><Relationship Type="http://schemas.openxmlformats.org/officeDocument/2006/relationships/notesSlide" Target="/ppt/notesSlides/notesSlide2.xml" Id="R33757dbc9065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48d662d63456f" /><Relationship Type="http://schemas.openxmlformats.org/officeDocument/2006/relationships/notesSlide" Target="/ppt/notesSlides/notesSlide3.xml" Id="Rada1ed7f4c27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5c7517de74862" /><Relationship Type="http://schemas.openxmlformats.org/officeDocument/2006/relationships/notesSlide" Target="/ppt/notesSlides/notesSlide4.xml" Id="R782e8fe4ed3244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3a2f9cd2f4511" /><Relationship Type="http://schemas.openxmlformats.org/officeDocument/2006/relationships/notesSlide" Target="/ppt/notesSlides/notesSlide5.xml" Id="R604d474e1e8546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c3a52a7914114" /><Relationship Type="http://schemas.openxmlformats.org/officeDocument/2006/relationships/notesSlide" Target="/ppt/notesSlides/notesSlide6.xml" Id="R14f8e08d9e8d43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b82c94904c4a" /><Relationship Type="http://schemas.openxmlformats.org/officeDocument/2006/relationships/notesSlide" Target="/ppt/notesSlides/notesSlide7.xml" Id="R7b00951af17843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fff98e84e424e" /><Relationship Type="http://schemas.openxmlformats.org/officeDocument/2006/relationships/notesSlide" Target="/ppt/notesSlides/notesSlide8.xml" Id="Rc7c956028add41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bfee7189243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90442-4D68-49CA-AC56-2F5D4373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2 章  ·  2.3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42E5D-8EE8-47B0-9AD2-5C775BF0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数据分类分级实践案例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21DC1-5E2F-4F8A-9627-4A5EAC0D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3B0E2-5B4D-4D07-80DD-C3F994A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751054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756F9-C7E8-47E0-ADED-3969E050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A701A-F7F2-42DB-BB04-D592E4F1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2.3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4716D-579C-4D06-A17B-67459D69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29A79-0A17-44F3-A207-390B92FA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能够通过字段样本、业务场景和影响分析完成一次分类分级。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能够检查分类分级结果是否真正联动授权、脱敏、加密和审计。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DD14F-679A-4C32-BC17-FC1B143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DB9DF-2E27-4142-8DEB-DBBC192D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数据资产盘点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定级依据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控制措施映射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变更与复核记录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B6FC2-FB59-4DB6-9243-1F27C0EE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2.3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DF20C-C134-407B-9A89-5EACE7F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92776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4F31B-2231-463F-9BED-B29AB2E3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7D3A3-D315-4A33-9D4E-8BE67E47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数据资产盘点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2650-AE3C-453D-8B93-99449EDA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资产盘点要发现数据在哪里、由谁负责、如何流转以及依赖哪些系统。盘点范围应覆盖主库、备份、导出文件、接口、缓存和第三方副本，避免只看数据库表。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EDEFB-65CE-45AB-87FD-EBEC39B2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结合系统清单、数据流和访谈交叉发现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记录数据源、存储位置与流向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把影子文件和人工导出纳入范围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未确认归属的资产单独跟踪整改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13930-E324-4F47-ABC9-444437E0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30B32-6DAC-40C9-BE27-2B19CA9C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37342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98CFA-1971-4EE6-8110-1463E018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2CEAF-D707-4436-A3FB-27D3DE3D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定级依据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2CDAF-68A0-4F24-90FC-C104318D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定级依据说明具体数据为什么被赋予某一保护级别。依据应引用数据内容、处理场景和影响分析，而不是只写遵照规定或沿用历史等级。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5A9B9-B542-4AB9-BC00-3CB9B72B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列出受影响主体和可能后果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区分不同安全属性受损的影响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保留采样字段与业务说明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对临界等级给出裁定理由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8DE3A-5E41-4761-B8D1-DDD7ABC5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45B4-05B2-4BE8-87ED-1F4A51B4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26751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F8BFE-9753-443C-8908-D240B3BD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D63D4-A6F2-4128-A3A9-89253F60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控制措施映射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FE706-9F34-4547-A75D-8E6C55A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控制映射把类别和级别转化为系统可执行的保护要求。映射应覆盖数据从采集到销毁的关键环节，并明确哪些控制是强制、可选或需补偿。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FF5D3-945D-4617-B4F0-ED8FE969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用矩阵连接级别、场景和控制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把审批规则配置到实际工作流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无法实施基线控制时记录补偿措施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通过测试验证配置而非只检查文档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76C6E-D731-495A-A1D2-F8B32B2B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58EE3-B311-4EE3-B74A-25487FD1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04611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D9CEF-A836-49A9-98D7-5B7DDD99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B1C26-6E52-4002-AA75-480E2A6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变更与复核记录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31A91-6544-4CB7-B7F7-D63AB75E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复核记录用于证明分类分级随业务变化持续有效。每次调整都应记录旧值、新值、原因、批准人和受影响的控制，以便解释历史处理行为。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E2AE9-1BFE-4F79-8619-4375C16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设置定期复核与事件触发复核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关联目录版本和策略变更单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追踪历史数据是否完成回溯调整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复核结论要有关闭或整改状态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53F3F-B848-4161-A49C-F5FCC39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B88CD-4A0A-472C-B322-EC31C3A9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85752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1F714-939D-434B-ACD1-3367A40C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7BC83-D0CA-4320-8BBA-A4D2CFB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71758-99BE-4966-9408-58345B95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对学生信息表逐字段识别姓名、学号、联系方式和健康信息，分别定级后，为查询、导出和共享设置不同审批与脱敏策略。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5840E-03BD-4DE9-986B-14EC0A2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DCF3D-8ED9-4993-A7D7-1526CBD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7659D-924D-45CE-B275-726A89B0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2.3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F1A71-27FA-453E-AA34-098F35A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39253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F8BB3-39DB-4560-80C6-522D8C9F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9E695-F534-4E6C-B473-D49D8EC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如何证明分类分级不是一次性文档？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2CC20-0B4C-4116-94E5-7F0D396C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E6F7C-D863-497E-B546-AB9B099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应提供目录、判定依据、责任人、控制策略联动以及定期复核和变更记录。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95AA9-9D90-4B9E-AB48-ABB11EC5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2.3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9F4BD-ECD6-42DD-BE21-B3D1D15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90504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2026-09-21T18:10:16.0570000Z</dcterms:created>
  <dcterms:modified xsi:type="dcterms:W3CDTF">2026-09-21T18:10:16.0570000Z</dcterms:modified>
</coreProperties>
</file>